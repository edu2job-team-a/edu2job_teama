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9952064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9952064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99520648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99520648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99520648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99520648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99520648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99520648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99520648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9952064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99520648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9952064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99520648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99520648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99520648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99520648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99520648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99520648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99520648a_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99520648a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99520648a_19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99520648a_19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99520648a_19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99520648a_19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99520648a_19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99520648a_19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99520648a_1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99520648a_1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99520648a_19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99520648a_19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99520648a_19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99520648a_19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99520648a_19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99520648a_19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99520648a_19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99520648a_1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99520648a_19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99520648a_1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99520648a_19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99520648a_1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99520648a_19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99520648a_19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99520648a_19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99520648a_1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99520648a_19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99520648a_19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99520648a_19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99520648a_19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 b="139" l="0" r="0" t="129"/>
          <a:stretch/>
        </p:blipFill>
        <p:spPr>
          <a:xfrm>
            <a:off x="-201876" y="-81737"/>
            <a:ext cx="9240252" cy="5147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slide 8" id="164" name="Google Shape;1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 left side write heading &quot;dashboard&quot; description: a beautifull dashboard help student to see their prediction report , analytical view of prediction history and can generate resume also .      and in the right side put the image as same as . you can add background "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4" name="Google Shape;1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1 keep the pic as same in write side and in left side write heading About us  with apropriate description . add appropriate background" id="179" name="Google Shape;1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2 keep the pic as same in write side and in left side write heading Education input  with description: user can add their education detail like institution , degree , start year , end year , grade , cgpa  . add appropriate background"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3 keep the pic as same in write side and in left side write heading Skill input with apropriate description . add appropriate background , add style or colour" id="189" name="Google Shape;1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94" name="Google Shape;1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5 keep the pic as same in right side and in left side write heading Ajob prediction with description: by using random forest model, model can predict the users top 3 job roles with confidence score and missing skills . add appropriate background" id="199" name="Google Shape;1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6 keep the pic as same in right side and in left side write heading user feedback on model job prediction with apropriate description . add appropriate background, style color" id="204" name="Google Shape;20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7 keep the pic as same in right side and in left side write heading user job/career prediction history  with apropriate description . add appropriate background, style color" id="209" name="Google Shape;2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14" name="Google Shape;2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9&#10;keep the pic as same in write side and in left side write heading admin dashboard . description: graphical representation of users data and prediction trend . add appropriate background" id="219" name="Google Shape;2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251" y="0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0: keep the pic as same in write side and in left side write heading user management . description: admin can change the role of the user and can flag or unflag to the user. and can delete any user .  add appropriate background" id="224" name="Google Shape;2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1 keep the pic as same in write side and in left side write heading feedback management with apropriate description . add appropriate background" id="229" name="Google Shape;22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34" name="Google Shape;2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39" name="Google Shape;23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slide 24" id="244" name="Google Shape;24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