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76" r:id="rId8"/>
    <p:sldId id="264" r:id="rId9"/>
    <p:sldId id="277" r:id="rId10"/>
    <p:sldId id="267" r:id="rId11"/>
    <p:sldId id="278" r:id="rId12"/>
    <p:sldId id="279" r:id="rId13"/>
    <p:sldId id="269" r:id="rId14"/>
    <p:sldId id="280" r:id="rId15"/>
    <p:sldId id="273" r:id="rId16"/>
    <p:sldId id="274" r:id="rId17"/>
    <p:sldId id="275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4" d="100"/>
          <a:sy n="84" d="100"/>
        </p:scale>
        <p:origin x="65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FBD4D0-239C-45FC-844B-A7E01E0CC938}" type="datetimeFigureOut">
              <a:rPr lang="en-IN" smtClean="0"/>
              <a:t>20-01-2026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50F29B-E061-4A94-844B-90530497D68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963263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50F29B-E061-4A94-844B-90530497D680}" type="slidenum">
              <a:rPr lang="en-IN" smtClean="0"/>
              <a:t>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674231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50F29B-E061-4A94-844B-90530497D680}" type="slidenum">
              <a:rPr lang="en-IN" smtClean="0"/>
              <a:t>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7781519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50F29B-E061-4A94-844B-90530497D680}" type="slidenum">
              <a:rPr lang="en-IN" smtClean="0"/>
              <a:t>17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329982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C6AC02-4688-8F34-5233-46824543E85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522819B-6203-E35F-58F5-8720E589E0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4599AE-8DFB-C2A7-5663-FB3729EEDA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36570-D847-480A-AAD4-6B02C674D222}" type="datetimeFigureOut">
              <a:rPr lang="en-IN" smtClean="0"/>
              <a:t>20-01-2026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C2730D-3BFA-748A-A6B3-65B64607AD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055CC3-0C0F-6403-F949-035CD4DBD0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A89B98-D6FE-445A-B54C-1E2BE228172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04359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106CC1-D842-73F2-E26B-506C9DDA55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5DA05E-EAB5-D6A0-DE8E-AEB60319D6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B0CDBF-2DCC-4758-D20B-A4763F9831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36570-D847-480A-AAD4-6B02C674D222}" type="datetimeFigureOut">
              <a:rPr lang="en-IN" smtClean="0"/>
              <a:t>20-01-2026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7B0104-190C-ACE2-05DA-0F1D4AD355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57562C-BB5C-895B-15EF-A2C32E02E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A89B98-D6FE-445A-B54C-1E2BE228172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808581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8357A6-762A-1032-4F54-5DB5D479DA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3A6BC6-C95B-34AF-FEC8-0EEEC36676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6FFE73-C005-BF9F-BC4A-649420ED8B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36570-D847-480A-AAD4-6B02C674D222}" type="datetimeFigureOut">
              <a:rPr lang="en-IN" smtClean="0"/>
              <a:t>20-01-2026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C1D991-DDCD-EC45-4B8B-279657FBC0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0069C1-DC71-F6DA-B098-963FA1532B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A89B98-D6FE-445A-B54C-1E2BE228172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906579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A8B5AC-DB3E-8B80-E6BC-32308330C5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F7CB7A-0643-0CAA-48B9-2179530C03B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96EB0F-91F3-96F2-4D6D-68DA09685D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06D5434-9752-16EB-0E82-9A5649EF72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36570-D847-480A-AAD4-6B02C674D222}" type="datetimeFigureOut">
              <a:rPr lang="en-IN" smtClean="0"/>
              <a:t>20-01-2026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1951E74-7A0D-7A29-5174-2453FF8AA0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1317EDA-D621-F802-F145-65935013DC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A89B98-D6FE-445A-B54C-1E2BE228172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887947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0D844D-4C2F-8FC5-CFDE-2E3EA53BB3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6EE415-AE3C-0AD1-8104-B2661BFD60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B8EE413-90E1-6C3B-21E9-F41743A560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F040E17-182C-E0A4-28A5-E3434FCDCAD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F69BE6E-E931-B75C-1FF5-F201E6667C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7A9A705-92EC-25B8-8683-E0C6177A1D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36570-D847-480A-AAD4-6B02C674D222}" type="datetimeFigureOut">
              <a:rPr lang="en-IN" smtClean="0"/>
              <a:t>20-01-2026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A01DB4D-0F30-690D-193A-8A410560EC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AB29EB7-AA59-EF8E-2A56-E063A0BB07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A89B98-D6FE-445A-B54C-1E2BE228172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122287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477E7A-7C9F-865F-6152-D5E3205592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8722A5B-E99D-791A-81F4-BA81E73156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36570-D847-480A-AAD4-6B02C674D222}" type="datetimeFigureOut">
              <a:rPr lang="en-IN" smtClean="0"/>
              <a:t>20-01-2026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67FABDC-1125-C73F-73AC-412F3C385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A9A5280-A6B5-A5DD-E69E-9F795A04C3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A89B98-D6FE-445A-B54C-1E2BE228172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914806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AF45361-01F3-F6AD-2858-95365E397A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36570-D847-480A-AAD4-6B02C674D222}" type="datetimeFigureOut">
              <a:rPr lang="en-IN" smtClean="0"/>
              <a:t>20-01-2026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446A62A-DA4C-5FF7-2001-931381EBCD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67EDBE-0E62-16E1-8735-E4E180D3A7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A89B98-D6FE-445A-B54C-1E2BE228172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957827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C50332-E7D8-04B1-49C5-760FA803F6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163A86-2DA4-F979-A41E-3836FFA144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4F6E3C8-757C-3765-AAE2-16DD5DCCFE8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A6E5B67-0942-EF1A-E060-5F6010535D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36570-D847-480A-AAD4-6B02C674D222}" type="datetimeFigureOut">
              <a:rPr lang="en-IN" smtClean="0"/>
              <a:t>20-01-2026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F78560-5EF7-9720-24F6-2FF40D946B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4B4C667-61BD-C484-201B-A439EFD7D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A89B98-D6FE-445A-B54C-1E2BE228172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579162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89449A-A167-5F6E-802D-71CEA156F1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4993E92-5766-5FBA-1F9A-E4559D2097D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E7636A8-9B87-66BB-7EA6-25AF67F5F1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3C20D0-212A-CC71-4408-A4F5BB03E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36570-D847-480A-AAD4-6B02C674D222}" type="datetimeFigureOut">
              <a:rPr lang="en-IN" smtClean="0"/>
              <a:t>20-01-2026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0D68A72-094C-C316-25D5-4EB51B92D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9676F3-3991-34C8-9D4C-E09F2CBAC0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A89B98-D6FE-445A-B54C-1E2BE228172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850154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9F00BA-B387-54FD-3F81-32B0C32D17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6811FAC-EFF6-E0AD-9FF0-DD3E416422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8094B7-9B65-8BFE-A15A-694BAC35FD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36570-D847-480A-AAD4-6B02C674D222}" type="datetimeFigureOut">
              <a:rPr lang="en-IN" smtClean="0"/>
              <a:t>20-01-2026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ADCD65-7E3B-A345-C242-DEA130375E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991F36-8F72-A712-96AF-FD856CC00E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A89B98-D6FE-445A-B54C-1E2BE228172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351008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B68681D-3792-9346-7252-7CFBC6DA139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7691447-6A7D-57F0-B5AF-BC8EA9561CB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3C9AF6-7681-B452-AE5E-11FB0F29A6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36570-D847-480A-AAD4-6B02C674D222}" type="datetimeFigureOut">
              <a:rPr lang="en-IN" smtClean="0"/>
              <a:t>20-01-2026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7A8A38-A6E3-A980-4AD2-8AC987FC6C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8761E3-4977-F6FE-0B4D-940BFB56E5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A89B98-D6FE-445A-B54C-1E2BE228172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594257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D70EC1D-83F4-2520-CDF7-EADA559F8A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020FD7B-5F20-2DB4-2037-563A3D9D65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FB0E68-7AE1-872D-71EC-61D142D33E9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E36570-D847-480A-AAD4-6B02C674D222}" type="datetimeFigureOut">
              <a:rPr lang="en-IN" smtClean="0"/>
              <a:t>20-01-2026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14BB21-FA08-3862-AD7B-5D7A6D153E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DBEED5-0C23-64AA-E6FA-B1AF6537EF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A89B98-D6FE-445A-B54C-1E2BE228172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543269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jp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jp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C3DEE2-F581-BBBA-2D0B-527FC245BBE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spc="-12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Edu2Job:</a:t>
            </a:r>
            <a:r>
              <a:rPr lang="en-US" spc="-254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Predicting Job Roles from Educational Background</a:t>
            </a:r>
            <a:endParaRPr lang="en-IN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E2F5512-7D1C-2D88-20CD-2F081519311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837838"/>
            <a:ext cx="9144000" cy="1707381"/>
          </a:xfrm>
        </p:spPr>
        <p:txBody>
          <a:bodyPr/>
          <a:lstStyle/>
          <a:p>
            <a:r>
              <a:rPr lang="en-US" spc="50" dirty="0">
                <a:solidFill>
                  <a:srgbClr val="374552"/>
                </a:solidFill>
                <a:latin typeface="Verdana"/>
                <a:cs typeface="Verdana"/>
              </a:rPr>
              <a:t>Bridging</a:t>
            </a:r>
            <a:r>
              <a:rPr lang="en-US" spc="-5" dirty="0">
                <a:solidFill>
                  <a:srgbClr val="374552"/>
                </a:solidFill>
                <a:latin typeface="Verdana"/>
                <a:cs typeface="Verdana"/>
              </a:rPr>
              <a:t> </a:t>
            </a:r>
            <a:r>
              <a:rPr lang="en-US" spc="10" dirty="0">
                <a:solidFill>
                  <a:srgbClr val="374552"/>
                </a:solidFill>
                <a:latin typeface="Verdana"/>
                <a:cs typeface="Verdana"/>
              </a:rPr>
              <a:t>Education</a:t>
            </a:r>
            <a:r>
              <a:rPr lang="en-US" spc="-5" dirty="0">
                <a:solidFill>
                  <a:srgbClr val="374552"/>
                </a:solidFill>
                <a:latin typeface="Verdana"/>
                <a:cs typeface="Verdana"/>
              </a:rPr>
              <a:t> </a:t>
            </a:r>
            <a:r>
              <a:rPr lang="en-US" spc="10" dirty="0">
                <a:solidFill>
                  <a:srgbClr val="374552"/>
                </a:solidFill>
                <a:latin typeface="Verdana"/>
                <a:cs typeface="Verdana"/>
              </a:rPr>
              <a:t>to</a:t>
            </a:r>
            <a:r>
              <a:rPr lang="en-US" dirty="0">
                <a:solidFill>
                  <a:srgbClr val="374552"/>
                </a:solidFill>
                <a:latin typeface="Verdana"/>
                <a:cs typeface="Verdana"/>
              </a:rPr>
              <a:t> </a:t>
            </a:r>
            <a:r>
              <a:rPr lang="en-US" spc="50" dirty="0">
                <a:solidFill>
                  <a:srgbClr val="374552"/>
                </a:solidFill>
                <a:latin typeface="Verdana"/>
                <a:cs typeface="Verdana"/>
              </a:rPr>
              <a:t>Employment</a:t>
            </a:r>
            <a:r>
              <a:rPr lang="en-US" spc="-5" dirty="0">
                <a:solidFill>
                  <a:srgbClr val="374552"/>
                </a:solidFill>
                <a:latin typeface="Verdana"/>
                <a:cs typeface="Verdana"/>
              </a:rPr>
              <a:t> </a:t>
            </a:r>
            <a:r>
              <a:rPr lang="en-US" spc="10" dirty="0">
                <a:solidFill>
                  <a:srgbClr val="374552"/>
                </a:solidFill>
                <a:latin typeface="Verdana"/>
                <a:cs typeface="Verdana"/>
              </a:rPr>
              <a:t>with</a:t>
            </a:r>
            <a:r>
              <a:rPr lang="en-US" dirty="0">
                <a:solidFill>
                  <a:srgbClr val="374552"/>
                </a:solidFill>
                <a:latin typeface="Verdana"/>
                <a:cs typeface="Verdana"/>
              </a:rPr>
              <a:t> </a:t>
            </a:r>
            <a:r>
              <a:rPr lang="en-US" spc="-25" dirty="0">
                <a:solidFill>
                  <a:srgbClr val="374552"/>
                </a:solidFill>
                <a:latin typeface="Verdana"/>
                <a:cs typeface="Verdana"/>
              </a:rPr>
              <a:t>AI</a:t>
            </a:r>
            <a:endParaRPr lang="en-US" dirty="0">
              <a:latin typeface="Verdana"/>
              <a:cs typeface="Verdana"/>
            </a:endParaRPr>
          </a:p>
          <a:p>
            <a:endParaRPr lang="en-IN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67AB8D4-74CA-C6B7-B98A-5CF11CAEDDC1}"/>
              </a:ext>
            </a:extLst>
          </p:cNvPr>
          <p:cNvSpPr txBox="1"/>
          <p:nvPr/>
        </p:nvSpPr>
        <p:spPr>
          <a:xfrm>
            <a:off x="5869858" y="4429919"/>
            <a:ext cx="588460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                      </a:t>
            </a:r>
            <a:endParaRPr lang="en-IN" sz="2800" b="1" dirty="0"/>
          </a:p>
        </p:txBody>
      </p:sp>
    </p:spTree>
    <p:extLst>
      <p:ext uri="{BB962C8B-B14F-4D97-AF65-F5344CB8AC3E}">
        <p14:creationId xmlns:p14="http://schemas.microsoft.com/office/powerpoint/2010/main" val="12662714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2986BE-A8BE-AD95-13C6-99FA1634A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000" u="sng" spc="-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The</a:t>
            </a:r>
            <a:r>
              <a:rPr lang="en-US" sz="4000" u="sng" spc="-254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4000" u="sng" spc="-21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Problem:</a:t>
            </a:r>
            <a:r>
              <a:rPr lang="en-US" sz="4000" u="sng" spc="-254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4000" u="sng" spc="-229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Navigating </a:t>
            </a:r>
            <a:r>
              <a:rPr lang="en-US" sz="4000" u="sng" spc="-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Career</a:t>
            </a:r>
            <a:r>
              <a:rPr lang="en-US" sz="4000" u="sng" spc="-26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4000" u="sng" spc="-10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Uncertainty</a:t>
            </a:r>
            <a:endParaRPr lang="en-IN" sz="4000" u="sng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92CCBB-779F-D83C-FDF8-F49913AE1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999703"/>
          </a:xfrm>
        </p:spPr>
        <p:txBody>
          <a:bodyPr>
            <a:normAutofit fontScale="92500"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lang="en-US" sz="3500" spc="-9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Career </a:t>
            </a:r>
            <a:r>
              <a:rPr lang="en-US" sz="3500" spc="-1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Confusion</a:t>
            </a:r>
            <a:endParaRPr lang="en-US" sz="35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0" marR="5080" indent="0">
              <a:lnSpc>
                <a:spcPct val="130800"/>
              </a:lnSpc>
              <a:spcBef>
                <a:spcPts val="555"/>
              </a:spcBef>
              <a:buNone/>
            </a:pPr>
            <a:r>
              <a:rPr lang="en-US" spc="-175" dirty="0">
                <a:solidFill>
                  <a:srgbClr val="374552"/>
                </a:solidFill>
                <a:latin typeface="Verdana"/>
                <a:cs typeface="Verdana"/>
              </a:rPr>
              <a:t>  75%</a:t>
            </a:r>
            <a:r>
              <a:rPr lang="en-US" spc="-80" dirty="0">
                <a:solidFill>
                  <a:srgbClr val="374552"/>
                </a:solidFill>
                <a:latin typeface="Verdana"/>
                <a:cs typeface="Verdana"/>
              </a:rPr>
              <a:t> </a:t>
            </a:r>
            <a:r>
              <a:rPr lang="en-US" spc="-10" dirty="0">
                <a:solidFill>
                  <a:srgbClr val="374552"/>
                </a:solidFill>
                <a:latin typeface="Verdana"/>
                <a:cs typeface="Verdana"/>
              </a:rPr>
              <a:t>of</a:t>
            </a:r>
            <a:r>
              <a:rPr lang="en-US" spc="-75" dirty="0">
                <a:solidFill>
                  <a:srgbClr val="374552"/>
                </a:solidFill>
                <a:latin typeface="Verdana"/>
                <a:cs typeface="Verdana"/>
              </a:rPr>
              <a:t> </a:t>
            </a:r>
            <a:r>
              <a:rPr lang="en-US" spc="-10" dirty="0">
                <a:solidFill>
                  <a:srgbClr val="374552"/>
                </a:solidFill>
                <a:latin typeface="Verdana"/>
                <a:cs typeface="Verdana"/>
              </a:rPr>
              <a:t>graduates</a:t>
            </a:r>
            <a:r>
              <a:rPr lang="en-US" spc="-80" dirty="0">
                <a:solidFill>
                  <a:srgbClr val="374552"/>
                </a:solidFill>
                <a:latin typeface="Verdana"/>
                <a:cs typeface="Verdana"/>
              </a:rPr>
              <a:t> </a:t>
            </a:r>
            <a:r>
              <a:rPr lang="en-US" spc="-10" dirty="0">
                <a:solidFill>
                  <a:srgbClr val="374552"/>
                </a:solidFill>
                <a:latin typeface="Verdana"/>
                <a:cs typeface="Verdana"/>
              </a:rPr>
              <a:t>face</a:t>
            </a:r>
            <a:r>
              <a:rPr lang="en-US" spc="-75" dirty="0">
                <a:solidFill>
                  <a:srgbClr val="374552"/>
                </a:solidFill>
                <a:latin typeface="Verdana"/>
                <a:cs typeface="Verdana"/>
              </a:rPr>
              <a:t> </a:t>
            </a:r>
            <a:r>
              <a:rPr lang="en-US" dirty="0">
                <a:solidFill>
                  <a:srgbClr val="374552"/>
                </a:solidFill>
                <a:latin typeface="Verdana"/>
                <a:cs typeface="Verdana"/>
              </a:rPr>
              <a:t>significant</a:t>
            </a:r>
            <a:r>
              <a:rPr lang="en-US" spc="-80" dirty="0">
                <a:solidFill>
                  <a:srgbClr val="374552"/>
                </a:solidFill>
                <a:latin typeface="Verdana"/>
                <a:cs typeface="Verdana"/>
              </a:rPr>
              <a:t> </a:t>
            </a:r>
            <a:r>
              <a:rPr lang="en-US" spc="-10" dirty="0">
                <a:solidFill>
                  <a:srgbClr val="374552"/>
                </a:solidFill>
                <a:latin typeface="Verdana"/>
                <a:cs typeface="Verdana"/>
              </a:rPr>
              <a:t>uncertainty</a:t>
            </a:r>
            <a:r>
              <a:rPr lang="en-US" spc="-75" dirty="0">
                <a:solidFill>
                  <a:srgbClr val="374552"/>
                </a:solidFill>
                <a:latin typeface="Verdana"/>
                <a:cs typeface="Verdana"/>
              </a:rPr>
              <a:t> </a:t>
            </a:r>
            <a:r>
              <a:rPr lang="en-US" dirty="0">
                <a:solidFill>
                  <a:srgbClr val="374552"/>
                </a:solidFill>
                <a:latin typeface="Verdana"/>
                <a:cs typeface="Verdana"/>
              </a:rPr>
              <a:t>about</a:t>
            </a:r>
            <a:r>
              <a:rPr lang="en-US" spc="-80" dirty="0">
                <a:solidFill>
                  <a:srgbClr val="374552"/>
                </a:solidFill>
                <a:latin typeface="Verdana"/>
                <a:cs typeface="Verdana"/>
              </a:rPr>
              <a:t> </a:t>
            </a:r>
            <a:r>
              <a:rPr lang="en-US" spc="-10" dirty="0">
                <a:solidFill>
                  <a:srgbClr val="374552"/>
                </a:solidFill>
                <a:latin typeface="Verdana"/>
                <a:cs typeface="Verdana"/>
              </a:rPr>
              <a:t>their</a:t>
            </a:r>
            <a:r>
              <a:rPr lang="en-US" spc="-75" dirty="0">
                <a:solidFill>
                  <a:srgbClr val="374552"/>
                </a:solidFill>
                <a:latin typeface="Verdana"/>
                <a:cs typeface="Verdana"/>
              </a:rPr>
              <a:t> </a:t>
            </a:r>
            <a:r>
              <a:rPr lang="en-US" spc="-10" dirty="0">
                <a:solidFill>
                  <a:srgbClr val="374552"/>
                </a:solidFill>
                <a:latin typeface="Verdana"/>
                <a:cs typeface="Verdana"/>
              </a:rPr>
              <a:t>career paths.</a:t>
            </a:r>
            <a:endParaRPr lang="en-US" dirty="0">
              <a:latin typeface="Verdana"/>
              <a:cs typeface="Verdana"/>
            </a:endParaRPr>
          </a:p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lang="en-US" sz="3500" spc="-85" dirty="0">
                <a:latin typeface="Tahoma"/>
                <a:cs typeface="Tahoma"/>
              </a:rPr>
              <a:t>Skill</a:t>
            </a:r>
            <a:r>
              <a:rPr lang="en-US" sz="3500" spc="-120" dirty="0">
                <a:latin typeface="Tahoma"/>
                <a:cs typeface="Tahoma"/>
              </a:rPr>
              <a:t> </a:t>
            </a:r>
            <a:r>
              <a:rPr lang="en-US" sz="3500" spc="-25" dirty="0">
                <a:latin typeface="Tahoma"/>
                <a:cs typeface="Tahoma"/>
              </a:rPr>
              <a:t>Gap</a:t>
            </a:r>
            <a:endParaRPr lang="en-US" sz="3500" dirty="0">
              <a:latin typeface="Tahoma"/>
              <a:cs typeface="Tahoma"/>
            </a:endParaRPr>
          </a:p>
          <a:p>
            <a:pPr marL="0" indent="0">
              <a:lnSpc>
                <a:spcPct val="100000"/>
              </a:lnSpc>
              <a:spcBef>
                <a:spcPts val="120"/>
              </a:spcBef>
              <a:buNone/>
            </a:pPr>
            <a:r>
              <a:rPr lang="en-US" sz="3600" b="1" spc="-25" dirty="0">
                <a:solidFill>
                  <a:srgbClr val="374552"/>
                </a:solidFill>
                <a:latin typeface="Tahoma"/>
                <a:cs typeface="Tahoma"/>
              </a:rPr>
              <a:t>  </a:t>
            </a:r>
            <a:r>
              <a:rPr lang="en-US" spc="-25" dirty="0">
                <a:solidFill>
                  <a:srgbClr val="374552"/>
                </a:solidFill>
                <a:latin typeface="Verdana"/>
                <a:cs typeface="Verdana"/>
              </a:rPr>
              <a:t>Disparity</a:t>
            </a:r>
            <a:r>
              <a:rPr lang="en-US" spc="-35" dirty="0">
                <a:solidFill>
                  <a:srgbClr val="374552"/>
                </a:solidFill>
                <a:latin typeface="Verdana"/>
                <a:cs typeface="Verdana"/>
              </a:rPr>
              <a:t> </a:t>
            </a:r>
            <a:r>
              <a:rPr lang="en-US" dirty="0">
                <a:solidFill>
                  <a:srgbClr val="374552"/>
                </a:solidFill>
                <a:latin typeface="Verdana"/>
                <a:cs typeface="Verdana"/>
              </a:rPr>
              <a:t>between</a:t>
            </a:r>
            <a:r>
              <a:rPr lang="en-US" spc="-35" dirty="0">
                <a:solidFill>
                  <a:srgbClr val="374552"/>
                </a:solidFill>
                <a:latin typeface="Verdana"/>
                <a:cs typeface="Verdana"/>
              </a:rPr>
              <a:t> </a:t>
            </a:r>
            <a:r>
              <a:rPr lang="en-US" dirty="0">
                <a:solidFill>
                  <a:srgbClr val="374552"/>
                </a:solidFill>
                <a:latin typeface="Verdana"/>
                <a:cs typeface="Verdana"/>
              </a:rPr>
              <a:t>academic</a:t>
            </a:r>
            <a:r>
              <a:rPr lang="en-US" spc="-35" dirty="0">
                <a:solidFill>
                  <a:srgbClr val="374552"/>
                </a:solidFill>
                <a:latin typeface="Verdana"/>
                <a:cs typeface="Verdana"/>
              </a:rPr>
              <a:t> </a:t>
            </a:r>
            <a:r>
              <a:rPr lang="en-US" spc="-30" dirty="0">
                <a:solidFill>
                  <a:srgbClr val="374552"/>
                </a:solidFill>
                <a:latin typeface="Verdana"/>
                <a:cs typeface="Verdana"/>
              </a:rPr>
              <a:t>skills</a:t>
            </a:r>
            <a:r>
              <a:rPr lang="en-US" spc="-35" dirty="0">
                <a:solidFill>
                  <a:srgbClr val="374552"/>
                </a:solidFill>
                <a:latin typeface="Verdana"/>
                <a:cs typeface="Verdana"/>
              </a:rPr>
              <a:t> </a:t>
            </a:r>
            <a:r>
              <a:rPr lang="en-US" dirty="0">
                <a:solidFill>
                  <a:srgbClr val="374552"/>
                </a:solidFill>
                <a:latin typeface="Verdana"/>
                <a:cs typeface="Verdana"/>
              </a:rPr>
              <a:t>and</a:t>
            </a:r>
            <a:r>
              <a:rPr lang="en-US" spc="-35" dirty="0">
                <a:solidFill>
                  <a:srgbClr val="374552"/>
                </a:solidFill>
                <a:latin typeface="Verdana"/>
                <a:cs typeface="Verdana"/>
              </a:rPr>
              <a:t> </a:t>
            </a:r>
            <a:r>
              <a:rPr lang="en-US" spc="-10" dirty="0">
                <a:solidFill>
                  <a:srgbClr val="374552"/>
                </a:solidFill>
                <a:latin typeface="Verdana"/>
                <a:cs typeface="Verdana"/>
              </a:rPr>
              <a:t>industry</a:t>
            </a:r>
            <a:r>
              <a:rPr lang="en-US" spc="-35" dirty="0">
                <a:solidFill>
                  <a:srgbClr val="374552"/>
                </a:solidFill>
                <a:latin typeface="Verdana"/>
                <a:cs typeface="Verdana"/>
              </a:rPr>
              <a:t> </a:t>
            </a:r>
            <a:r>
              <a:rPr lang="en-US" spc="-10" dirty="0">
                <a:solidFill>
                  <a:srgbClr val="374552"/>
                </a:solidFill>
                <a:latin typeface="Verdana"/>
                <a:cs typeface="Verdana"/>
              </a:rPr>
              <a:t>demands.</a:t>
            </a:r>
            <a:endParaRPr lang="en-US" dirty="0">
              <a:latin typeface="Verdana"/>
              <a:cs typeface="Verdana"/>
            </a:endParaRPr>
          </a:p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lang="en-US" sz="3500" spc="-50" dirty="0">
                <a:latin typeface="Tahoma"/>
                <a:cs typeface="Tahoma"/>
              </a:rPr>
              <a:t>Lack</a:t>
            </a:r>
            <a:r>
              <a:rPr lang="en-US" sz="3500" spc="-130" dirty="0">
                <a:latin typeface="Tahoma"/>
                <a:cs typeface="Tahoma"/>
              </a:rPr>
              <a:t> </a:t>
            </a:r>
            <a:r>
              <a:rPr lang="en-US" sz="3500" spc="-60" dirty="0">
                <a:latin typeface="Tahoma"/>
                <a:cs typeface="Tahoma"/>
              </a:rPr>
              <a:t>of</a:t>
            </a:r>
            <a:r>
              <a:rPr lang="en-US" sz="3500" spc="-125" dirty="0">
                <a:latin typeface="Tahoma"/>
                <a:cs typeface="Tahoma"/>
              </a:rPr>
              <a:t> </a:t>
            </a:r>
            <a:r>
              <a:rPr lang="en-US" sz="3500" spc="-10" dirty="0">
                <a:latin typeface="Tahoma"/>
                <a:cs typeface="Tahoma"/>
              </a:rPr>
              <a:t>Guidance</a:t>
            </a:r>
            <a:endParaRPr lang="en-US" sz="3500" dirty="0">
              <a:latin typeface="Tahoma"/>
              <a:cs typeface="Tahoma"/>
            </a:endParaRPr>
          </a:p>
          <a:p>
            <a:pPr marL="0" indent="0">
              <a:lnSpc>
                <a:spcPct val="100000"/>
              </a:lnSpc>
              <a:spcBef>
                <a:spcPts val="930"/>
              </a:spcBef>
              <a:buNone/>
            </a:pPr>
            <a:r>
              <a:rPr lang="en-US" dirty="0">
                <a:solidFill>
                  <a:srgbClr val="374552"/>
                </a:solidFill>
                <a:latin typeface="Verdana"/>
                <a:cs typeface="Verdana"/>
              </a:rPr>
              <a:t>  Limited</a:t>
            </a:r>
            <a:r>
              <a:rPr lang="en-US" spc="-10" dirty="0">
                <a:solidFill>
                  <a:srgbClr val="374552"/>
                </a:solidFill>
                <a:latin typeface="Verdana"/>
                <a:cs typeface="Verdana"/>
              </a:rPr>
              <a:t> personalized </a:t>
            </a:r>
            <a:r>
              <a:rPr lang="en-US" spc="-20" dirty="0">
                <a:solidFill>
                  <a:srgbClr val="374552"/>
                </a:solidFill>
                <a:latin typeface="Verdana"/>
                <a:cs typeface="Verdana"/>
              </a:rPr>
              <a:t>career</a:t>
            </a:r>
            <a:r>
              <a:rPr lang="en-US" spc="-10" dirty="0">
                <a:solidFill>
                  <a:srgbClr val="374552"/>
                </a:solidFill>
                <a:latin typeface="Verdana"/>
                <a:cs typeface="Verdana"/>
              </a:rPr>
              <a:t> </a:t>
            </a:r>
            <a:r>
              <a:rPr lang="en-US" dirty="0">
                <a:solidFill>
                  <a:srgbClr val="374552"/>
                </a:solidFill>
                <a:latin typeface="Verdana"/>
                <a:cs typeface="Verdana"/>
              </a:rPr>
              <a:t>counseling</a:t>
            </a:r>
            <a:r>
              <a:rPr lang="en-US" spc="-10" dirty="0">
                <a:solidFill>
                  <a:srgbClr val="374552"/>
                </a:solidFill>
                <a:latin typeface="Verdana"/>
                <a:cs typeface="Verdana"/>
              </a:rPr>
              <a:t> resources.</a:t>
            </a:r>
            <a:endParaRPr lang="en-US" dirty="0">
              <a:latin typeface="Verdana"/>
              <a:cs typeface="Verdana"/>
            </a:endParaRPr>
          </a:p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lang="en-US" sz="3500" spc="-95" dirty="0">
                <a:latin typeface="Tahoma"/>
                <a:cs typeface="Tahoma"/>
              </a:rPr>
              <a:t>Rising</a:t>
            </a:r>
            <a:r>
              <a:rPr lang="en-US" sz="3500" spc="-105" dirty="0">
                <a:latin typeface="Tahoma"/>
                <a:cs typeface="Tahoma"/>
              </a:rPr>
              <a:t> </a:t>
            </a:r>
            <a:r>
              <a:rPr lang="en-US" sz="3500" spc="-40" dirty="0">
                <a:latin typeface="Tahoma"/>
                <a:cs typeface="Tahoma"/>
              </a:rPr>
              <a:t>Unemployment</a:t>
            </a:r>
            <a:endParaRPr lang="en-US" sz="3500" dirty="0">
              <a:latin typeface="Tahoma"/>
              <a:cs typeface="Tahoma"/>
            </a:endParaRPr>
          </a:p>
          <a:p>
            <a:pPr marL="0" indent="0">
              <a:lnSpc>
                <a:spcPct val="100000"/>
              </a:lnSpc>
              <a:spcBef>
                <a:spcPts val="930"/>
              </a:spcBef>
              <a:buNone/>
            </a:pPr>
            <a:r>
              <a:rPr lang="en-US" dirty="0">
                <a:solidFill>
                  <a:srgbClr val="374552"/>
                </a:solidFill>
                <a:latin typeface="Verdana"/>
                <a:cs typeface="Verdana"/>
              </a:rPr>
              <a:t>  Qualified</a:t>
            </a:r>
            <a:r>
              <a:rPr lang="en-US" spc="-80" dirty="0">
                <a:solidFill>
                  <a:srgbClr val="374552"/>
                </a:solidFill>
                <a:latin typeface="Verdana"/>
                <a:cs typeface="Verdana"/>
              </a:rPr>
              <a:t> </a:t>
            </a:r>
            <a:r>
              <a:rPr lang="en-US" spc="-10" dirty="0">
                <a:solidFill>
                  <a:srgbClr val="374552"/>
                </a:solidFill>
                <a:latin typeface="Verdana"/>
                <a:cs typeface="Verdana"/>
              </a:rPr>
              <a:t>graduates</a:t>
            </a:r>
            <a:r>
              <a:rPr lang="en-US" spc="-75" dirty="0">
                <a:solidFill>
                  <a:srgbClr val="374552"/>
                </a:solidFill>
                <a:latin typeface="Verdana"/>
                <a:cs typeface="Verdana"/>
              </a:rPr>
              <a:t> </a:t>
            </a:r>
            <a:r>
              <a:rPr lang="en-US" dirty="0">
                <a:solidFill>
                  <a:srgbClr val="374552"/>
                </a:solidFill>
                <a:latin typeface="Verdana"/>
                <a:cs typeface="Verdana"/>
              </a:rPr>
              <a:t>struggle</a:t>
            </a:r>
            <a:r>
              <a:rPr lang="en-US" spc="-75" dirty="0">
                <a:solidFill>
                  <a:srgbClr val="374552"/>
                </a:solidFill>
                <a:latin typeface="Verdana"/>
                <a:cs typeface="Verdana"/>
              </a:rPr>
              <a:t> </a:t>
            </a:r>
            <a:r>
              <a:rPr lang="en-US" dirty="0">
                <a:solidFill>
                  <a:srgbClr val="374552"/>
                </a:solidFill>
                <a:latin typeface="Verdana"/>
                <a:cs typeface="Verdana"/>
              </a:rPr>
              <a:t>to</a:t>
            </a:r>
            <a:r>
              <a:rPr lang="en-US" spc="-75" dirty="0">
                <a:solidFill>
                  <a:srgbClr val="374552"/>
                </a:solidFill>
                <a:latin typeface="Verdana"/>
                <a:cs typeface="Verdana"/>
              </a:rPr>
              <a:t> </a:t>
            </a:r>
            <a:r>
              <a:rPr lang="en-US" dirty="0">
                <a:solidFill>
                  <a:srgbClr val="374552"/>
                </a:solidFill>
                <a:latin typeface="Verdana"/>
                <a:cs typeface="Verdana"/>
              </a:rPr>
              <a:t>find</a:t>
            </a:r>
            <a:r>
              <a:rPr lang="en-US" spc="-75" dirty="0">
                <a:solidFill>
                  <a:srgbClr val="374552"/>
                </a:solidFill>
                <a:latin typeface="Verdana"/>
                <a:cs typeface="Verdana"/>
              </a:rPr>
              <a:t> </a:t>
            </a:r>
            <a:r>
              <a:rPr lang="en-US" spc="-10" dirty="0">
                <a:solidFill>
                  <a:srgbClr val="374552"/>
                </a:solidFill>
                <a:latin typeface="Verdana"/>
                <a:cs typeface="Verdana"/>
              </a:rPr>
              <a:t>suitable</a:t>
            </a:r>
            <a:r>
              <a:rPr lang="en-US" spc="-80" dirty="0">
                <a:solidFill>
                  <a:srgbClr val="374552"/>
                </a:solidFill>
                <a:latin typeface="Verdana"/>
                <a:cs typeface="Verdana"/>
              </a:rPr>
              <a:t> </a:t>
            </a:r>
            <a:r>
              <a:rPr lang="en-US" spc="-10" dirty="0">
                <a:solidFill>
                  <a:srgbClr val="374552"/>
                </a:solidFill>
                <a:latin typeface="Verdana"/>
                <a:cs typeface="Verdana"/>
              </a:rPr>
              <a:t>employment.</a:t>
            </a:r>
            <a:endParaRPr lang="en-US" dirty="0">
              <a:latin typeface="Verdana"/>
              <a:cs typeface="Verdana"/>
            </a:endParaRP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843059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BB9A79-7AB3-8986-D4DA-0C76AFA535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4000" u="sng" spc="-31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Our</a:t>
            </a:r>
            <a:r>
              <a:rPr lang="en-IN" sz="4000" u="sng" spc="-26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N" sz="4000" u="sng" spc="-18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Solution:</a:t>
            </a:r>
            <a:r>
              <a:rPr lang="en-IN" sz="4000" u="sng" spc="-26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N" sz="4000" u="sng" spc="-11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Edu2Job</a:t>
            </a:r>
            <a:endParaRPr lang="en-IN" sz="4000" u="sng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783709-DA40-E038-3DDB-30F6B03E79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3200" spc="-12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AI-Driven</a:t>
            </a:r>
            <a:r>
              <a:rPr lang="en-US" sz="3200" spc="-6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3200" spc="-1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Platform</a:t>
            </a:r>
            <a:endParaRPr lang="en-US" sz="32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0" indent="0">
              <a:lnSpc>
                <a:spcPct val="100000"/>
              </a:lnSpc>
              <a:spcBef>
                <a:spcPts val="955"/>
              </a:spcBef>
              <a:buNone/>
            </a:pPr>
            <a:r>
              <a:rPr lang="en-US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 Leveraging</a:t>
            </a:r>
            <a:r>
              <a:rPr lang="en-US" spc="-80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advanced</a:t>
            </a:r>
            <a:r>
              <a:rPr lang="en-US" spc="-75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pc="-65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AI</a:t>
            </a:r>
            <a:r>
              <a:rPr lang="en-US" spc="-80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pc="-20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for</a:t>
            </a:r>
            <a:r>
              <a:rPr lang="en-US" spc="-75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precise</a:t>
            </a:r>
            <a:r>
              <a:rPr lang="en-US" spc="-75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pc="-10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predictions.</a:t>
            </a:r>
          </a:p>
          <a:p>
            <a:pPr marL="0" indent="0">
              <a:lnSpc>
                <a:spcPct val="100000"/>
              </a:lnSpc>
              <a:spcBef>
                <a:spcPts val="955"/>
              </a:spcBef>
              <a:buNone/>
            </a:pPr>
            <a:endParaRPr lang="en-US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3200" spc="-8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Personalized</a:t>
            </a:r>
            <a:r>
              <a:rPr lang="en-US" sz="3200" spc="-4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3200" spc="-3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Recommendations</a:t>
            </a:r>
            <a:endParaRPr lang="en-US" sz="32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0" indent="0">
              <a:lnSpc>
                <a:spcPct val="100000"/>
              </a:lnSpc>
              <a:spcBef>
                <a:spcPts val="955"/>
              </a:spcBef>
              <a:buNone/>
            </a:pPr>
            <a:r>
              <a:rPr lang="en-US" spc="-20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 Tailored</a:t>
            </a:r>
            <a:r>
              <a:rPr lang="en-US" spc="-60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job</a:t>
            </a:r>
            <a:r>
              <a:rPr lang="en-US" spc="-55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pc="-20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roles</a:t>
            </a:r>
            <a:r>
              <a:rPr lang="en-US" spc="-55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based</a:t>
            </a:r>
            <a:r>
              <a:rPr lang="en-US" spc="-60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on</a:t>
            </a:r>
            <a:r>
              <a:rPr lang="en-US" spc="-55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individual</a:t>
            </a:r>
            <a:r>
              <a:rPr lang="en-US" spc="-55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pc="-10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profiles.</a:t>
            </a:r>
          </a:p>
          <a:p>
            <a:pPr marL="0" indent="0">
              <a:lnSpc>
                <a:spcPct val="100000"/>
              </a:lnSpc>
              <a:spcBef>
                <a:spcPts val="955"/>
              </a:spcBef>
              <a:buNone/>
            </a:pPr>
            <a:endParaRPr lang="en-US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3200" spc="-8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Skill</a:t>
            </a:r>
            <a:r>
              <a:rPr lang="en-US" sz="3200" spc="-12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3200" spc="-12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Gap </a:t>
            </a:r>
            <a:r>
              <a:rPr lang="en-US" sz="3200" spc="-1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Analysis</a:t>
            </a:r>
            <a:endParaRPr lang="en-US" sz="32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0" indent="0">
              <a:lnSpc>
                <a:spcPct val="100000"/>
              </a:lnSpc>
              <a:spcBef>
                <a:spcPts val="955"/>
              </a:spcBef>
              <a:buNone/>
            </a:pPr>
            <a:r>
              <a:rPr lang="en-US" spc="-20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 Clear</a:t>
            </a:r>
            <a:r>
              <a:rPr lang="en-US" spc="-25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roadmaps</a:t>
            </a:r>
            <a:r>
              <a:rPr lang="en-US" spc="-25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to</a:t>
            </a:r>
            <a:r>
              <a:rPr lang="en-US" spc="-25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bridge</a:t>
            </a:r>
            <a:r>
              <a:rPr lang="en-US" spc="-25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education</a:t>
            </a:r>
            <a:r>
              <a:rPr lang="en-US" spc="-25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to</a:t>
            </a:r>
            <a:r>
              <a:rPr lang="en-US" spc="-25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pc="-10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employment.</a:t>
            </a:r>
            <a:endParaRPr lang="en-US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>
              <a:lnSpc>
                <a:spcPct val="100000"/>
              </a:lnSpc>
            </a:pPr>
            <a:endParaRPr lang="en-US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>
              <a:lnSpc>
                <a:spcPct val="100000"/>
              </a:lnSpc>
              <a:spcBef>
                <a:spcPts val="290"/>
              </a:spcBef>
            </a:pPr>
            <a:endParaRPr lang="en-US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endParaRPr lang="en-IN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724610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54A00D-F423-F77A-657E-A571C81E82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5488" y="237744"/>
            <a:ext cx="10515600" cy="1325563"/>
          </a:xfrm>
        </p:spPr>
        <p:txBody>
          <a:bodyPr>
            <a:normAutofit/>
          </a:bodyPr>
          <a:lstStyle/>
          <a:p>
            <a:r>
              <a:rPr lang="en-IN" sz="4000" u="sng" spc="-26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Key</a:t>
            </a:r>
            <a:r>
              <a:rPr lang="en-IN" sz="4000" u="sng" spc="-24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N" sz="4000" u="sng" spc="-19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Objectives</a:t>
            </a:r>
            <a:r>
              <a:rPr lang="en-IN" sz="4000" u="sng" spc="-23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N" sz="4000" u="sng" spc="-13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Achieved</a:t>
            </a:r>
            <a:endParaRPr lang="en-IN" sz="4000" u="sng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EC8D7D-E348-A704-250A-382082CF5A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5488" y="1508760"/>
            <a:ext cx="11466576" cy="5111496"/>
          </a:xfrm>
        </p:spPr>
        <p:txBody>
          <a:bodyPr>
            <a:noAutofit/>
          </a:bodyPr>
          <a:lstStyle/>
          <a:p>
            <a:r>
              <a:rPr lang="en-IN" sz="3200" dirty="0">
                <a:solidFill>
                  <a:schemeClr val="tx1">
                    <a:lumMod val="65000"/>
                    <a:lumOff val="35000"/>
                  </a:scheme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Accurate ML Model</a:t>
            </a:r>
          </a:p>
          <a:p>
            <a:r>
              <a:rPr lang="en-IN" sz="3200" dirty="0">
                <a:solidFill>
                  <a:schemeClr val="tx1">
                    <a:lumMod val="65000"/>
                    <a:lumOff val="35000"/>
                  </a:scheme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Intuitive User Interface</a:t>
            </a:r>
          </a:p>
          <a:p>
            <a:r>
              <a:rPr lang="en-IN" sz="3200" dirty="0">
                <a:solidFill>
                  <a:schemeClr val="tx1">
                    <a:lumMod val="65000"/>
                    <a:lumOff val="35000"/>
                  </a:scheme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Secure Dual Authentication</a:t>
            </a:r>
          </a:p>
          <a:p>
            <a:r>
              <a:rPr lang="en-IN" sz="3200" dirty="0">
                <a:solidFill>
                  <a:schemeClr val="tx1">
                    <a:lumMod val="65000"/>
                    <a:lumOff val="35000"/>
                  </a:scheme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Comprehensive Admin Dashboard</a:t>
            </a:r>
          </a:p>
          <a:p>
            <a:r>
              <a:rPr lang="en-IN" sz="3200" dirty="0">
                <a:solidFill>
                  <a:schemeClr val="tx1">
                    <a:lumMod val="65000"/>
                    <a:lumOff val="35000"/>
                  </a:scheme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Model Retraining Capabilities</a:t>
            </a:r>
          </a:p>
          <a:p>
            <a:r>
              <a:rPr lang="en-IN" sz="3200" dirty="0">
                <a:solidFill>
                  <a:schemeClr val="tx1">
                    <a:lumMod val="65000"/>
                    <a:lumOff val="35000"/>
                  </a:scheme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Personalized Career Insights</a:t>
            </a:r>
          </a:p>
        </p:txBody>
      </p:sp>
    </p:spTree>
    <p:extLst>
      <p:ext uri="{BB962C8B-B14F-4D97-AF65-F5344CB8AC3E}">
        <p14:creationId xmlns:p14="http://schemas.microsoft.com/office/powerpoint/2010/main" val="21488748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D3F01-13A0-B8FD-B37D-A69CB85D2E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154761" y="538052"/>
            <a:ext cx="9144000" cy="588450"/>
          </a:xfrm>
        </p:spPr>
        <p:txBody>
          <a:bodyPr>
            <a:noAutofit/>
          </a:bodyPr>
          <a:lstStyle/>
          <a:p>
            <a:r>
              <a:rPr lang="en-IN" sz="4000" u="sng" spc="-229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Technology</a:t>
            </a:r>
            <a:r>
              <a:rPr lang="en-IN" sz="4000" u="sng" spc="-26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N" sz="4000" u="sng" spc="-12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Architecture</a:t>
            </a:r>
            <a:endParaRPr lang="en-IN" sz="4000" u="sng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F6F3CB2-14A8-BB33-6467-092E2A69DDFA}"/>
              </a:ext>
            </a:extLst>
          </p:cNvPr>
          <p:cNvSpPr txBox="1"/>
          <p:nvPr/>
        </p:nvSpPr>
        <p:spPr>
          <a:xfrm>
            <a:off x="969706" y="1327434"/>
            <a:ext cx="4895066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spc="-65" dirty="0">
                <a:latin typeface="Tahoma"/>
                <a:cs typeface="Tahoma"/>
              </a:rPr>
              <a:t>Frontend</a:t>
            </a:r>
          </a:p>
          <a:p>
            <a:r>
              <a:rPr lang="en-US" sz="2400" spc="-65" dirty="0">
                <a:solidFill>
                  <a:schemeClr val="accent3">
                    <a:lumMod val="50000"/>
                  </a:scheme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 </a:t>
            </a:r>
            <a:r>
              <a:rPr lang="en-IN" sz="2400" dirty="0">
                <a:solidFill>
                  <a:schemeClr val="accent3">
                    <a:lumMod val="50000"/>
                  </a:scheme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React (Vite) </a:t>
            </a:r>
          </a:p>
          <a:p>
            <a:r>
              <a:rPr lang="en-IN" sz="2400" dirty="0">
                <a:solidFill>
                  <a:schemeClr val="accent3">
                    <a:lumMod val="50000"/>
                  </a:scheme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 Tailwind CSS</a:t>
            </a:r>
          </a:p>
          <a:p>
            <a:r>
              <a:rPr lang="en-IN" sz="2400" dirty="0">
                <a:solidFill>
                  <a:schemeClr val="accent3">
                    <a:lumMod val="50000"/>
                  </a:scheme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 Framer Motion (Animations)</a:t>
            </a:r>
          </a:p>
          <a:p>
            <a:r>
              <a:rPr lang="en-IN" sz="2400" dirty="0">
                <a:solidFill>
                  <a:schemeClr val="accent3">
                    <a:lumMod val="50000"/>
                  </a:scheme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 Axios.</a:t>
            </a:r>
          </a:p>
          <a:p>
            <a:br>
              <a:rPr lang="en-IN" sz="3200" dirty="0"/>
            </a:br>
            <a:endParaRPr lang="en-US" sz="3200" dirty="0">
              <a:latin typeface="Tahoma"/>
              <a:cs typeface="Tahoma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E22A272-461B-5F13-86D2-59F4452CFE7A}"/>
              </a:ext>
            </a:extLst>
          </p:cNvPr>
          <p:cNvSpPr txBox="1"/>
          <p:nvPr/>
        </p:nvSpPr>
        <p:spPr>
          <a:xfrm>
            <a:off x="932792" y="3576937"/>
            <a:ext cx="5126294" cy="19159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3200" spc="-45" dirty="0">
                <a:latin typeface="Tahoma"/>
                <a:cs typeface="Tahoma"/>
              </a:rPr>
              <a:t>Backend</a:t>
            </a:r>
          </a:p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IN" sz="2800" dirty="0"/>
              <a:t>   </a:t>
            </a:r>
            <a:r>
              <a:rPr lang="en-IN" sz="2400" dirty="0">
                <a:solidFill>
                  <a:schemeClr val="bg2">
                    <a:lumMod val="25000"/>
                  </a:scheme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Django</a:t>
            </a:r>
          </a:p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IN" sz="2400" dirty="0">
                <a:solidFill>
                  <a:schemeClr val="bg2">
                    <a:lumMod val="25000"/>
                  </a:scheme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  Django REST Framework</a:t>
            </a:r>
          </a:p>
          <a:p>
            <a:pPr marL="12700">
              <a:lnSpc>
                <a:spcPct val="100000"/>
              </a:lnSpc>
              <a:spcBef>
                <a:spcPts val="100"/>
              </a:spcBef>
            </a:pPr>
            <a:endParaRPr lang="en-US" sz="3200" dirty="0">
              <a:latin typeface="Tahoma"/>
              <a:cs typeface="Tahoma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11C8151-276D-02B4-A3CF-13291EE5B3A7}"/>
              </a:ext>
            </a:extLst>
          </p:cNvPr>
          <p:cNvSpPr txBox="1"/>
          <p:nvPr/>
        </p:nvSpPr>
        <p:spPr>
          <a:xfrm>
            <a:off x="7203529" y="1191568"/>
            <a:ext cx="3580085" cy="1528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it-IT" sz="3200" spc="-305" dirty="0">
                <a:latin typeface="Tahoma"/>
                <a:cs typeface="Tahoma"/>
              </a:rPr>
              <a:t>AI/ML</a:t>
            </a:r>
            <a:endParaRPr lang="it-IT" sz="3200" dirty="0">
              <a:latin typeface="Tahoma"/>
              <a:cs typeface="Tahoma"/>
            </a:endParaRPr>
          </a:p>
          <a:p>
            <a:pPr marL="273050">
              <a:lnSpc>
                <a:spcPct val="100000"/>
              </a:lnSpc>
              <a:spcBef>
                <a:spcPts val="1585"/>
              </a:spcBef>
            </a:pPr>
            <a:r>
              <a:rPr lang="it-IT" sz="2400" spc="-10" dirty="0">
                <a:solidFill>
                  <a:srgbClr val="374552"/>
                </a:solidFill>
                <a:latin typeface="Verdana"/>
                <a:cs typeface="Verdana"/>
              </a:rPr>
              <a:t>Scikit-</a:t>
            </a:r>
            <a:r>
              <a:rPr lang="it-IT" sz="2400" dirty="0">
                <a:solidFill>
                  <a:srgbClr val="374552"/>
                </a:solidFill>
                <a:latin typeface="Verdana"/>
                <a:cs typeface="Verdana"/>
              </a:rPr>
              <a:t>learn</a:t>
            </a:r>
            <a:r>
              <a:rPr lang="it-IT" sz="2400" spc="20" dirty="0">
                <a:solidFill>
                  <a:srgbClr val="374552"/>
                </a:solidFill>
                <a:latin typeface="Verdana"/>
                <a:cs typeface="Verdana"/>
              </a:rPr>
              <a:t> </a:t>
            </a:r>
            <a:r>
              <a:rPr lang="it-IT" sz="2400" dirty="0">
                <a:solidFill>
                  <a:srgbClr val="374552"/>
                </a:solidFill>
                <a:latin typeface="Verdana"/>
                <a:cs typeface="Verdana"/>
              </a:rPr>
              <a:t>(Random</a:t>
            </a:r>
            <a:r>
              <a:rPr lang="it-IT" sz="2400" spc="25" dirty="0">
                <a:solidFill>
                  <a:srgbClr val="374552"/>
                </a:solidFill>
                <a:latin typeface="Verdana"/>
                <a:cs typeface="Verdana"/>
              </a:rPr>
              <a:t> </a:t>
            </a:r>
            <a:r>
              <a:rPr lang="it-IT" sz="2400" spc="-10" dirty="0">
                <a:solidFill>
                  <a:srgbClr val="374552"/>
                </a:solidFill>
                <a:latin typeface="Verdana"/>
                <a:cs typeface="Verdana"/>
              </a:rPr>
              <a:t>Forest)</a:t>
            </a:r>
            <a:endParaRPr lang="it-IT" sz="2400" dirty="0">
              <a:latin typeface="Verdana"/>
              <a:cs typeface="Verdana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10330D1-195E-7B13-DE81-C031EB3FF2DE}"/>
              </a:ext>
            </a:extLst>
          </p:cNvPr>
          <p:cNvSpPr txBox="1"/>
          <p:nvPr/>
        </p:nvSpPr>
        <p:spPr>
          <a:xfrm>
            <a:off x="7203529" y="2861187"/>
            <a:ext cx="4055679" cy="17919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3200" spc="-10" dirty="0">
                <a:latin typeface="Tahoma"/>
                <a:cs typeface="Tahoma"/>
              </a:rPr>
              <a:t>Security</a:t>
            </a:r>
            <a:endParaRPr lang="en-US" sz="3200" dirty="0">
              <a:latin typeface="Tahoma"/>
              <a:cs typeface="Tahoma"/>
            </a:endParaRPr>
          </a:p>
          <a:p>
            <a:pPr marL="273050" marR="5080" indent="-635">
              <a:lnSpc>
                <a:spcPct val="165000"/>
              </a:lnSpc>
              <a:spcBef>
                <a:spcPts val="610"/>
              </a:spcBef>
            </a:pPr>
            <a:r>
              <a:rPr lang="en-US" sz="2400" spc="65" dirty="0">
                <a:solidFill>
                  <a:srgbClr val="374552"/>
                </a:solidFill>
                <a:latin typeface="Verdana"/>
                <a:cs typeface="Verdana"/>
              </a:rPr>
              <a:t>JWT</a:t>
            </a:r>
            <a:r>
              <a:rPr lang="en-US" sz="2400" spc="-95" dirty="0">
                <a:solidFill>
                  <a:srgbClr val="374552"/>
                </a:solidFill>
                <a:latin typeface="Verdana"/>
                <a:cs typeface="Verdana"/>
              </a:rPr>
              <a:t> </a:t>
            </a:r>
            <a:r>
              <a:rPr lang="en-US" sz="2400" spc="-10" dirty="0">
                <a:solidFill>
                  <a:srgbClr val="374552"/>
                </a:solidFill>
                <a:latin typeface="Verdana"/>
                <a:cs typeface="Verdana"/>
              </a:rPr>
              <a:t>Authentication </a:t>
            </a:r>
            <a:r>
              <a:rPr lang="en-US" sz="2400" dirty="0">
                <a:solidFill>
                  <a:srgbClr val="374552"/>
                </a:solidFill>
                <a:latin typeface="Verdana"/>
                <a:cs typeface="Verdana"/>
              </a:rPr>
              <a:t>Google</a:t>
            </a:r>
            <a:r>
              <a:rPr lang="en-US" sz="2400" spc="-5" dirty="0">
                <a:solidFill>
                  <a:srgbClr val="374552"/>
                </a:solidFill>
                <a:latin typeface="Verdana"/>
                <a:cs typeface="Verdana"/>
              </a:rPr>
              <a:t> </a:t>
            </a:r>
            <a:r>
              <a:rPr lang="en-US" sz="2400" spc="55" dirty="0">
                <a:solidFill>
                  <a:srgbClr val="374552"/>
                </a:solidFill>
                <a:latin typeface="Verdana"/>
                <a:cs typeface="Verdana"/>
              </a:rPr>
              <a:t>OAuth</a:t>
            </a:r>
            <a:r>
              <a:rPr lang="en-US" sz="2400" spc="-5" dirty="0">
                <a:solidFill>
                  <a:srgbClr val="374552"/>
                </a:solidFill>
                <a:latin typeface="Verdana"/>
                <a:cs typeface="Verdana"/>
              </a:rPr>
              <a:t> </a:t>
            </a:r>
            <a:r>
              <a:rPr lang="en-US" sz="2400" spc="-25" dirty="0">
                <a:solidFill>
                  <a:srgbClr val="374552"/>
                </a:solidFill>
                <a:latin typeface="Verdana"/>
                <a:cs typeface="Verdana"/>
              </a:rPr>
              <a:t>2.0</a:t>
            </a:r>
            <a:endParaRPr lang="en-US" sz="2400" dirty="0">
              <a:latin typeface="Verdana"/>
              <a:cs typeface="Verdana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15287A8-63E3-27BB-2E25-D1ACD71289A8}"/>
              </a:ext>
            </a:extLst>
          </p:cNvPr>
          <p:cNvSpPr txBox="1"/>
          <p:nvPr/>
        </p:nvSpPr>
        <p:spPr>
          <a:xfrm>
            <a:off x="7203529" y="4984864"/>
            <a:ext cx="2887329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Database</a:t>
            </a:r>
          </a:p>
          <a:p>
            <a:r>
              <a:rPr lang="en-IN" sz="2800" dirty="0">
                <a:solidFill>
                  <a:schemeClr val="tx1">
                    <a:lumMod val="65000"/>
                    <a:lumOff val="35000"/>
                  </a:scheme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 </a:t>
            </a:r>
            <a:r>
              <a:rPr lang="en-IN" sz="2800" dirty="0">
                <a:solidFill>
                  <a:schemeClr val="accent3">
                    <a:lumMod val="50000"/>
                  </a:scheme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MySQL (Cloud).</a:t>
            </a:r>
            <a:endParaRPr lang="en-US" sz="4400" dirty="0">
              <a:solidFill>
                <a:schemeClr val="accent3">
                  <a:lumMod val="50000"/>
                </a:schemeClr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endParaRPr lang="en-IN" sz="2800" dirty="0">
              <a:solidFill>
                <a:schemeClr val="tx1">
                  <a:lumMod val="65000"/>
                  <a:lumOff val="35000"/>
                </a:schemeClr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5DEC63D-0F8F-5130-804D-30F21FF0ED8D}"/>
              </a:ext>
            </a:extLst>
          </p:cNvPr>
          <p:cNvSpPr txBox="1"/>
          <p:nvPr/>
        </p:nvSpPr>
        <p:spPr>
          <a:xfrm>
            <a:off x="1051560" y="5383118"/>
            <a:ext cx="471830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Integration: </a:t>
            </a:r>
          </a:p>
          <a:p>
            <a:r>
              <a:rPr lang="en-IN" sz="2400" dirty="0">
                <a:solidFill>
                  <a:schemeClr val="accent3">
                    <a:lumMod val="50000"/>
                  </a:scheme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 n8n (Workflow Automation).</a:t>
            </a:r>
          </a:p>
        </p:txBody>
      </p:sp>
    </p:spTree>
    <p:extLst>
      <p:ext uri="{BB962C8B-B14F-4D97-AF65-F5344CB8AC3E}">
        <p14:creationId xmlns:p14="http://schemas.microsoft.com/office/powerpoint/2010/main" val="38551617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A488C5-D469-CBC6-6D9B-E954D9AB28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4000" u="sng" spc="-18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Milestone 1: User</a:t>
            </a:r>
            <a:r>
              <a:rPr lang="en-IN" sz="4000" u="sng" spc="-27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N" sz="4000" u="sng" spc="-19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Authentication</a:t>
            </a:r>
            <a:r>
              <a:rPr lang="en-IN" sz="4000" u="sng" spc="-26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N" sz="4000" u="sng" spc="-24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&amp;</a:t>
            </a:r>
            <a:r>
              <a:rPr lang="en-IN" sz="4000" u="sng" spc="-27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N" sz="4000" u="sng" spc="-14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Profile </a:t>
            </a:r>
            <a:r>
              <a:rPr lang="en-IN" sz="4000" u="sng" spc="-29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Management</a:t>
            </a:r>
            <a:endParaRPr lang="en-IN" sz="4000" u="sng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E80363-6F11-8CE2-D2DB-64CB137DDD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3200" spc="-70" dirty="0">
                <a:latin typeface="Tahoma"/>
                <a:cs typeface="Tahoma"/>
              </a:rPr>
              <a:t>Secure</a:t>
            </a:r>
            <a:r>
              <a:rPr lang="en-US" sz="3200" spc="-95" dirty="0">
                <a:latin typeface="Tahoma"/>
                <a:cs typeface="Tahoma"/>
              </a:rPr>
              <a:t> </a:t>
            </a:r>
            <a:r>
              <a:rPr lang="en-US" sz="3200" spc="-20" dirty="0">
                <a:latin typeface="Tahoma"/>
                <a:cs typeface="Tahoma"/>
              </a:rPr>
              <a:t>Onboarding</a:t>
            </a:r>
            <a:endParaRPr lang="en-US" sz="3200" dirty="0">
              <a:latin typeface="Tahoma"/>
              <a:cs typeface="Tahoma"/>
            </a:endParaRPr>
          </a:p>
          <a:p>
            <a:pPr marL="0" marR="5080" indent="0">
              <a:lnSpc>
                <a:spcPct val="140000"/>
              </a:lnSpc>
              <a:spcBef>
                <a:spcPts val="445"/>
              </a:spcBef>
              <a:buNone/>
            </a:pPr>
            <a:r>
              <a:rPr lang="en-US" dirty="0">
                <a:solidFill>
                  <a:srgbClr val="374552"/>
                </a:solidFill>
                <a:latin typeface="Verdana"/>
                <a:cs typeface="Verdana"/>
              </a:rPr>
              <a:t>  Robust</a:t>
            </a:r>
            <a:r>
              <a:rPr lang="en-US" spc="10" dirty="0">
                <a:solidFill>
                  <a:srgbClr val="374552"/>
                </a:solidFill>
                <a:latin typeface="Verdana"/>
                <a:cs typeface="Verdana"/>
              </a:rPr>
              <a:t> </a:t>
            </a:r>
            <a:r>
              <a:rPr lang="en-US" dirty="0">
                <a:solidFill>
                  <a:srgbClr val="374552"/>
                </a:solidFill>
                <a:latin typeface="Verdana"/>
                <a:cs typeface="Verdana"/>
              </a:rPr>
              <a:t>registration</a:t>
            </a:r>
            <a:r>
              <a:rPr lang="en-US" spc="10" dirty="0">
                <a:solidFill>
                  <a:srgbClr val="374552"/>
                </a:solidFill>
                <a:latin typeface="Verdana"/>
                <a:cs typeface="Verdana"/>
              </a:rPr>
              <a:t> </a:t>
            </a:r>
            <a:r>
              <a:rPr lang="en-US" spc="50" dirty="0">
                <a:solidFill>
                  <a:srgbClr val="374552"/>
                </a:solidFill>
                <a:latin typeface="Verdana"/>
                <a:cs typeface="Verdana"/>
              </a:rPr>
              <a:t>and</a:t>
            </a:r>
            <a:r>
              <a:rPr lang="en-US" spc="10" dirty="0">
                <a:solidFill>
                  <a:srgbClr val="374552"/>
                </a:solidFill>
                <a:latin typeface="Verdana"/>
                <a:cs typeface="Verdana"/>
              </a:rPr>
              <a:t> </a:t>
            </a:r>
            <a:r>
              <a:rPr lang="en-US" spc="-20" dirty="0">
                <a:solidFill>
                  <a:srgbClr val="374552"/>
                </a:solidFill>
                <a:latin typeface="Verdana"/>
                <a:cs typeface="Verdana"/>
              </a:rPr>
              <a:t>login </a:t>
            </a:r>
            <a:r>
              <a:rPr lang="en-US" spc="-10" dirty="0">
                <a:solidFill>
                  <a:srgbClr val="374552"/>
                </a:solidFill>
                <a:latin typeface="Verdana"/>
                <a:cs typeface="Verdana"/>
              </a:rPr>
              <a:t>processes.</a:t>
            </a:r>
            <a:endParaRPr lang="en-US" dirty="0">
              <a:latin typeface="Verdana"/>
              <a:cs typeface="Verdana"/>
            </a:endParaRPr>
          </a:p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3200" spc="-80" dirty="0">
                <a:latin typeface="Tahoma"/>
                <a:cs typeface="Tahoma"/>
              </a:rPr>
              <a:t>Profile</a:t>
            </a:r>
            <a:r>
              <a:rPr lang="en-US" sz="3200" spc="-95" dirty="0">
                <a:latin typeface="Tahoma"/>
                <a:cs typeface="Tahoma"/>
              </a:rPr>
              <a:t> </a:t>
            </a:r>
            <a:r>
              <a:rPr lang="en-US" sz="3200" spc="-10" dirty="0">
                <a:latin typeface="Tahoma"/>
                <a:cs typeface="Tahoma"/>
              </a:rPr>
              <a:t>Creation</a:t>
            </a:r>
            <a:endParaRPr lang="en-US" sz="3200" dirty="0">
              <a:latin typeface="Tahoma"/>
              <a:cs typeface="Tahoma"/>
            </a:endParaRPr>
          </a:p>
          <a:p>
            <a:pPr marL="0" marR="5080" indent="0">
              <a:lnSpc>
                <a:spcPct val="137500"/>
              </a:lnSpc>
              <a:spcBef>
                <a:spcPts val="484"/>
              </a:spcBef>
              <a:buNone/>
            </a:pPr>
            <a:r>
              <a:rPr lang="en-US" dirty="0">
                <a:solidFill>
                  <a:srgbClr val="374552"/>
                </a:solidFill>
                <a:latin typeface="Verdana"/>
                <a:cs typeface="Verdana"/>
              </a:rPr>
              <a:t>  Users</a:t>
            </a:r>
            <a:r>
              <a:rPr lang="en-US" spc="-95" dirty="0">
                <a:solidFill>
                  <a:srgbClr val="374552"/>
                </a:solidFill>
                <a:latin typeface="Verdana"/>
                <a:cs typeface="Verdana"/>
              </a:rPr>
              <a:t> </a:t>
            </a:r>
            <a:r>
              <a:rPr lang="en-US" spc="50" dirty="0">
                <a:solidFill>
                  <a:srgbClr val="374552"/>
                </a:solidFill>
                <a:latin typeface="Verdana"/>
                <a:cs typeface="Verdana"/>
              </a:rPr>
              <a:t>build</a:t>
            </a:r>
            <a:r>
              <a:rPr lang="en-US" spc="-95" dirty="0">
                <a:solidFill>
                  <a:srgbClr val="374552"/>
                </a:solidFill>
                <a:latin typeface="Verdana"/>
                <a:cs typeface="Verdana"/>
              </a:rPr>
              <a:t> </a:t>
            </a:r>
            <a:r>
              <a:rPr lang="en-US" spc="-10" dirty="0">
                <a:solidFill>
                  <a:srgbClr val="374552"/>
                </a:solidFill>
                <a:latin typeface="Verdana"/>
                <a:cs typeface="Verdana"/>
              </a:rPr>
              <a:t>comprehensive </a:t>
            </a:r>
            <a:r>
              <a:rPr lang="en-US" dirty="0">
                <a:solidFill>
                  <a:srgbClr val="374552"/>
                </a:solidFill>
                <a:latin typeface="Verdana"/>
                <a:cs typeface="Verdana"/>
              </a:rPr>
              <a:t>personal</a:t>
            </a:r>
            <a:r>
              <a:rPr lang="en-US" spc="-25" dirty="0">
                <a:solidFill>
                  <a:srgbClr val="374552"/>
                </a:solidFill>
                <a:latin typeface="Verdana"/>
                <a:cs typeface="Verdana"/>
              </a:rPr>
              <a:t> </a:t>
            </a:r>
            <a:r>
              <a:rPr lang="en-US" spc="50" dirty="0">
                <a:solidFill>
                  <a:srgbClr val="374552"/>
                </a:solidFill>
                <a:latin typeface="Verdana"/>
                <a:cs typeface="Verdana"/>
              </a:rPr>
              <a:t>and</a:t>
            </a:r>
            <a:r>
              <a:rPr lang="en-US" spc="-25" dirty="0">
                <a:solidFill>
                  <a:srgbClr val="374552"/>
                </a:solidFill>
                <a:latin typeface="Verdana"/>
                <a:cs typeface="Verdana"/>
              </a:rPr>
              <a:t> </a:t>
            </a:r>
            <a:r>
              <a:rPr lang="en-US" spc="35" dirty="0">
                <a:solidFill>
                  <a:srgbClr val="374552"/>
                </a:solidFill>
                <a:latin typeface="Verdana"/>
                <a:cs typeface="Verdana"/>
              </a:rPr>
              <a:t>academic </a:t>
            </a:r>
            <a:r>
              <a:rPr lang="en-US" spc="-10" dirty="0">
                <a:solidFill>
                  <a:srgbClr val="374552"/>
                </a:solidFill>
                <a:latin typeface="Verdana"/>
                <a:cs typeface="Verdana"/>
              </a:rPr>
              <a:t>profiles.</a:t>
            </a:r>
            <a:endParaRPr lang="en-US" sz="3200" dirty="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</a:pPr>
            <a:r>
              <a:rPr lang="en-US" sz="3200" spc="-130" dirty="0">
                <a:latin typeface="Tahoma"/>
                <a:cs typeface="Tahoma"/>
              </a:rPr>
              <a:t>Data</a:t>
            </a:r>
            <a:r>
              <a:rPr lang="en-US" sz="3200" spc="-125" dirty="0">
                <a:latin typeface="Tahoma"/>
                <a:cs typeface="Tahoma"/>
              </a:rPr>
              <a:t> </a:t>
            </a:r>
            <a:r>
              <a:rPr lang="en-US" sz="3200" spc="-10" dirty="0">
                <a:latin typeface="Tahoma"/>
                <a:cs typeface="Tahoma"/>
              </a:rPr>
              <a:t>Privacy</a:t>
            </a:r>
            <a:endParaRPr lang="en-US" sz="3200" dirty="0">
              <a:latin typeface="Tahoma"/>
              <a:cs typeface="Tahoma"/>
            </a:endParaRPr>
          </a:p>
          <a:p>
            <a:pPr marL="0" indent="0">
              <a:lnSpc>
                <a:spcPct val="100000"/>
              </a:lnSpc>
              <a:spcBef>
                <a:spcPts val="1045"/>
              </a:spcBef>
              <a:buNone/>
            </a:pPr>
            <a:r>
              <a:rPr lang="en-US" dirty="0">
                <a:solidFill>
                  <a:srgbClr val="374552"/>
                </a:solidFill>
                <a:latin typeface="Verdana"/>
                <a:cs typeface="Verdana"/>
              </a:rPr>
              <a:t>  Ensuring</a:t>
            </a:r>
            <a:r>
              <a:rPr lang="en-US" spc="55" dirty="0">
                <a:solidFill>
                  <a:srgbClr val="374552"/>
                </a:solidFill>
                <a:latin typeface="Verdana"/>
                <a:cs typeface="Verdana"/>
              </a:rPr>
              <a:t> </a:t>
            </a:r>
            <a:r>
              <a:rPr lang="en-US" dirty="0">
                <a:solidFill>
                  <a:srgbClr val="374552"/>
                </a:solidFill>
                <a:latin typeface="Verdana"/>
                <a:cs typeface="Verdana"/>
              </a:rPr>
              <a:t>confidentiality</a:t>
            </a:r>
            <a:r>
              <a:rPr lang="en-US" spc="55" dirty="0">
                <a:solidFill>
                  <a:srgbClr val="374552"/>
                </a:solidFill>
                <a:latin typeface="Verdana"/>
                <a:cs typeface="Verdana"/>
              </a:rPr>
              <a:t> </a:t>
            </a:r>
            <a:r>
              <a:rPr lang="en-US" spc="50" dirty="0">
                <a:solidFill>
                  <a:srgbClr val="374552"/>
                </a:solidFill>
                <a:latin typeface="Verdana"/>
                <a:cs typeface="Verdana"/>
              </a:rPr>
              <a:t>and</a:t>
            </a:r>
            <a:r>
              <a:rPr lang="en-US" spc="55" dirty="0">
                <a:solidFill>
                  <a:srgbClr val="374552"/>
                </a:solidFill>
                <a:latin typeface="Verdana"/>
                <a:cs typeface="Verdana"/>
              </a:rPr>
              <a:t> </a:t>
            </a:r>
            <a:r>
              <a:rPr lang="en-US" dirty="0">
                <a:solidFill>
                  <a:srgbClr val="374552"/>
                </a:solidFill>
                <a:latin typeface="Verdana"/>
                <a:cs typeface="Verdana"/>
              </a:rPr>
              <a:t>protection</a:t>
            </a:r>
            <a:r>
              <a:rPr lang="en-US" spc="55" dirty="0">
                <a:solidFill>
                  <a:srgbClr val="374552"/>
                </a:solidFill>
                <a:latin typeface="Verdana"/>
                <a:cs typeface="Verdana"/>
              </a:rPr>
              <a:t> </a:t>
            </a:r>
            <a:r>
              <a:rPr lang="en-US" dirty="0">
                <a:solidFill>
                  <a:srgbClr val="374552"/>
                </a:solidFill>
                <a:latin typeface="Verdana"/>
                <a:cs typeface="Verdana"/>
              </a:rPr>
              <a:t>of</a:t>
            </a:r>
            <a:r>
              <a:rPr lang="en-US" spc="55" dirty="0">
                <a:solidFill>
                  <a:srgbClr val="374552"/>
                </a:solidFill>
                <a:latin typeface="Verdana"/>
                <a:cs typeface="Verdana"/>
              </a:rPr>
              <a:t> </a:t>
            </a:r>
            <a:r>
              <a:rPr lang="en-US" dirty="0">
                <a:solidFill>
                  <a:srgbClr val="374552"/>
                </a:solidFill>
                <a:latin typeface="Verdana"/>
                <a:cs typeface="Verdana"/>
              </a:rPr>
              <a:t>user</a:t>
            </a:r>
            <a:r>
              <a:rPr lang="en-US" spc="55" dirty="0">
                <a:solidFill>
                  <a:srgbClr val="374552"/>
                </a:solidFill>
                <a:latin typeface="Verdana"/>
                <a:cs typeface="Verdana"/>
              </a:rPr>
              <a:t> </a:t>
            </a:r>
            <a:r>
              <a:rPr lang="en-US" spc="-10" dirty="0">
                <a:solidFill>
                  <a:srgbClr val="374552"/>
                </a:solidFill>
                <a:latin typeface="Verdana"/>
                <a:cs typeface="Verdana"/>
              </a:rPr>
              <a:t>data.</a:t>
            </a:r>
            <a:endParaRPr lang="en-US" dirty="0">
              <a:latin typeface="Verdana"/>
              <a:cs typeface="Verdana"/>
            </a:endParaRP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84222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2689EC5-5812-C743-5678-A8552B9C15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464" y="210312"/>
            <a:ext cx="6379860" cy="328823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FA2983F-8250-14C8-1409-0D6E7767E06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575" r="34450"/>
          <a:stretch>
            <a:fillRect/>
          </a:stretch>
        </p:blipFill>
        <p:spPr>
          <a:xfrm>
            <a:off x="7397496" y="210312"/>
            <a:ext cx="3776472" cy="630017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02EE3FA-DF86-1912-A208-EE5E55F6258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9902" y="3374768"/>
            <a:ext cx="6356302" cy="3272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89525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A2991E-743B-57AC-F611-7696F0C654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u="sng" spc="-19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Milestone 2: Education</a:t>
            </a:r>
            <a:r>
              <a:rPr lang="en-US" sz="4000" u="sng" spc="-27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4000" u="sng" spc="-204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Details</a:t>
            </a:r>
            <a:r>
              <a:rPr lang="en-US" sz="4000" u="sng" spc="-27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4000" u="sng" spc="-34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Input</a:t>
            </a:r>
            <a:r>
              <a:rPr lang="en-US" sz="4000" u="sng" spc="-27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4000" u="sng" spc="-9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&amp; </a:t>
            </a:r>
            <a:r>
              <a:rPr lang="en-US" sz="4000" u="sng" spc="-17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Preprocessing</a:t>
            </a:r>
            <a:r>
              <a:rPr lang="en-US" sz="4000" u="sng" spc="-18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4000" u="sng" spc="-3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Module</a:t>
            </a:r>
            <a:endParaRPr lang="en-IN" sz="4000" u="sng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7825BE-813A-4AAD-C4DF-1DC9DAE52A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197509"/>
            <a:ext cx="10515600" cy="3979453"/>
          </a:xfrm>
        </p:spPr>
        <p:txBody>
          <a:bodyPr/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3200" spc="-60" dirty="0">
                <a:latin typeface="Tahoma"/>
                <a:cs typeface="Tahoma"/>
              </a:rPr>
              <a:t>Academic</a:t>
            </a:r>
            <a:r>
              <a:rPr lang="en-US" sz="3200" spc="-120" dirty="0">
                <a:latin typeface="Tahoma"/>
                <a:cs typeface="Tahoma"/>
              </a:rPr>
              <a:t> </a:t>
            </a:r>
            <a:r>
              <a:rPr lang="en-US" sz="3200" spc="-130" dirty="0">
                <a:latin typeface="Tahoma"/>
                <a:cs typeface="Tahoma"/>
              </a:rPr>
              <a:t>Data</a:t>
            </a:r>
            <a:r>
              <a:rPr lang="en-US" sz="3200" spc="-114" dirty="0">
                <a:latin typeface="Tahoma"/>
                <a:cs typeface="Tahoma"/>
              </a:rPr>
              <a:t> </a:t>
            </a:r>
            <a:r>
              <a:rPr lang="en-US" sz="3200" spc="-10" dirty="0">
                <a:latin typeface="Tahoma"/>
                <a:cs typeface="Tahoma"/>
              </a:rPr>
              <a:t>Capture</a:t>
            </a:r>
            <a:endParaRPr lang="en-US" sz="3200" dirty="0">
              <a:latin typeface="Tahoma"/>
              <a:cs typeface="Tahoma"/>
            </a:endParaRPr>
          </a:p>
          <a:p>
            <a:pPr marL="0" marR="5080" indent="0">
              <a:lnSpc>
                <a:spcPct val="135000"/>
              </a:lnSpc>
              <a:spcBef>
                <a:spcPts val="520"/>
              </a:spcBef>
              <a:buNone/>
            </a:pPr>
            <a:r>
              <a:rPr lang="en-US" dirty="0">
                <a:solidFill>
                  <a:srgbClr val="374552"/>
                </a:solidFill>
                <a:latin typeface="Verdana"/>
                <a:cs typeface="Verdana"/>
              </a:rPr>
              <a:t>  Structured</a:t>
            </a:r>
            <a:r>
              <a:rPr lang="en-US" spc="-25" dirty="0">
                <a:solidFill>
                  <a:srgbClr val="374552"/>
                </a:solidFill>
                <a:latin typeface="Verdana"/>
                <a:cs typeface="Verdana"/>
              </a:rPr>
              <a:t> </a:t>
            </a:r>
            <a:r>
              <a:rPr lang="en-US" spc="50" dirty="0">
                <a:solidFill>
                  <a:srgbClr val="374552"/>
                </a:solidFill>
                <a:latin typeface="Verdana"/>
                <a:cs typeface="Verdana"/>
              </a:rPr>
              <a:t>input</a:t>
            </a:r>
            <a:r>
              <a:rPr lang="en-US" spc="-25" dirty="0">
                <a:solidFill>
                  <a:srgbClr val="374552"/>
                </a:solidFill>
                <a:latin typeface="Verdana"/>
                <a:cs typeface="Verdana"/>
              </a:rPr>
              <a:t> </a:t>
            </a:r>
            <a:r>
              <a:rPr lang="en-US" spc="-10" dirty="0">
                <a:solidFill>
                  <a:srgbClr val="374552"/>
                </a:solidFill>
                <a:latin typeface="Verdana"/>
                <a:cs typeface="Verdana"/>
              </a:rPr>
              <a:t>for</a:t>
            </a:r>
            <a:r>
              <a:rPr lang="en-US" spc="-25" dirty="0">
                <a:solidFill>
                  <a:srgbClr val="374552"/>
                </a:solidFill>
                <a:latin typeface="Verdana"/>
                <a:cs typeface="Verdana"/>
              </a:rPr>
              <a:t> </a:t>
            </a:r>
            <a:r>
              <a:rPr lang="en-US" spc="-10" dirty="0">
                <a:solidFill>
                  <a:srgbClr val="374552"/>
                </a:solidFill>
                <a:latin typeface="Verdana"/>
                <a:cs typeface="Verdana"/>
              </a:rPr>
              <a:t>courses, </a:t>
            </a:r>
            <a:r>
              <a:rPr lang="en-US" spc="-20" dirty="0">
                <a:solidFill>
                  <a:srgbClr val="374552"/>
                </a:solidFill>
                <a:latin typeface="Verdana"/>
                <a:cs typeface="Verdana"/>
              </a:rPr>
              <a:t>grades,</a:t>
            </a:r>
            <a:r>
              <a:rPr lang="en-US" spc="-80" dirty="0">
                <a:solidFill>
                  <a:srgbClr val="374552"/>
                </a:solidFill>
                <a:latin typeface="Verdana"/>
                <a:cs typeface="Verdana"/>
              </a:rPr>
              <a:t> </a:t>
            </a:r>
            <a:r>
              <a:rPr lang="en-US" spc="50" dirty="0">
                <a:solidFill>
                  <a:srgbClr val="374552"/>
                </a:solidFill>
                <a:latin typeface="Verdana"/>
                <a:cs typeface="Verdana"/>
              </a:rPr>
              <a:t>and</a:t>
            </a:r>
            <a:r>
              <a:rPr lang="en-US" spc="-75" dirty="0">
                <a:solidFill>
                  <a:srgbClr val="374552"/>
                </a:solidFill>
                <a:latin typeface="Verdana"/>
                <a:cs typeface="Verdana"/>
              </a:rPr>
              <a:t> </a:t>
            </a:r>
            <a:r>
              <a:rPr lang="en-US" spc="-10" dirty="0">
                <a:solidFill>
                  <a:srgbClr val="374552"/>
                </a:solidFill>
                <a:latin typeface="Verdana"/>
                <a:cs typeface="Verdana"/>
              </a:rPr>
              <a:t>qualifications.</a:t>
            </a:r>
            <a:endParaRPr lang="en-US" dirty="0">
              <a:latin typeface="Verdana"/>
              <a:cs typeface="Verdana"/>
            </a:endParaRPr>
          </a:p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3200" spc="-130" dirty="0">
                <a:latin typeface="Tahoma"/>
                <a:cs typeface="Tahoma"/>
              </a:rPr>
              <a:t>Data</a:t>
            </a:r>
            <a:r>
              <a:rPr lang="en-US" sz="3200" spc="-125" dirty="0">
                <a:latin typeface="Tahoma"/>
                <a:cs typeface="Tahoma"/>
              </a:rPr>
              <a:t> </a:t>
            </a:r>
            <a:r>
              <a:rPr lang="en-US" sz="3200" spc="-10" dirty="0">
                <a:latin typeface="Tahoma"/>
                <a:cs typeface="Tahoma"/>
              </a:rPr>
              <a:t>Cleaning</a:t>
            </a:r>
            <a:endParaRPr lang="en-US" sz="3200" dirty="0">
              <a:latin typeface="Tahoma"/>
              <a:cs typeface="Tahoma"/>
            </a:endParaRPr>
          </a:p>
          <a:p>
            <a:pPr marL="0" marR="5080" indent="0">
              <a:lnSpc>
                <a:spcPct val="135000"/>
              </a:lnSpc>
              <a:spcBef>
                <a:spcPts val="520"/>
              </a:spcBef>
              <a:buNone/>
            </a:pPr>
            <a:r>
              <a:rPr lang="en-US" spc="45" dirty="0">
                <a:solidFill>
                  <a:srgbClr val="374552"/>
                </a:solidFill>
                <a:latin typeface="Verdana"/>
                <a:cs typeface="Verdana"/>
              </a:rPr>
              <a:t>  Automated</a:t>
            </a:r>
            <a:r>
              <a:rPr lang="en-US" spc="-70" dirty="0">
                <a:solidFill>
                  <a:srgbClr val="374552"/>
                </a:solidFill>
                <a:latin typeface="Verdana"/>
                <a:cs typeface="Verdana"/>
              </a:rPr>
              <a:t> </a:t>
            </a:r>
            <a:r>
              <a:rPr lang="en-US" dirty="0">
                <a:solidFill>
                  <a:srgbClr val="374552"/>
                </a:solidFill>
                <a:latin typeface="Verdana"/>
                <a:cs typeface="Verdana"/>
              </a:rPr>
              <a:t>processes</a:t>
            </a:r>
            <a:r>
              <a:rPr lang="en-US" spc="-65" dirty="0">
                <a:solidFill>
                  <a:srgbClr val="374552"/>
                </a:solidFill>
                <a:latin typeface="Verdana"/>
                <a:cs typeface="Verdana"/>
              </a:rPr>
              <a:t> </a:t>
            </a:r>
            <a:r>
              <a:rPr lang="en-US" spc="-25" dirty="0">
                <a:solidFill>
                  <a:srgbClr val="374552"/>
                </a:solidFill>
                <a:latin typeface="Verdana"/>
                <a:cs typeface="Verdana"/>
              </a:rPr>
              <a:t>for </a:t>
            </a:r>
            <a:r>
              <a:rPr lang="en-US" dirty="0">
                <a:solidFill>
                  <a:srgbClr val="374552"/>
                </a:solidFill>
                <a:latin typeface="Verdana"/>
                <a:cs typeface="Verdana"/>
              </a:rPr>
              <a:t>consistency</a:t>
            </a:r>
            <a:r>
              <a:rPr lang="en-US" spc="5" dirty="0">
                <a:solidFill>
                  <a:srgbClr val="374552"/>
                </a:solidFill>
                <a:latin typeface="Verdana"/>
                <a:cs typeface="Verdana"/>
              </a:rPr>
              <a:t> </a:t>
            </a:r>
            <a:r>
              <a:rPr lang="en-US" spc="50" dirty="0">
                <a:solidFill>
                  <a:srgbClr val="374552"/>
                </a:solidFill>
                <a:latin typeface="Verdana"/>
                <a:cs typeface="Verdana"/>
              </a:rPr>
              <a:t>and</a:t>
            </a:r>
            <a:r>
              <a:rPr lang="en-US" spc="10" dirty="0">
                <a:solidFill>
                  <a:srgbClr val="374552"/>
                </a:solidFill>
                <a:latin typeface="Verdana"/>
                <a:cs typeface="Verdana"/>
              </a:rPr>
              <a:t> </a:t>
            </a:r>
            <a:r>
              <a:rPr lang="en-US" spc="-10" dirty="0">
                <a:solidFill>
                  <a:srgbClr val="374552"/>
                </a:solidFill>
                <a:latin typeface="Verdana"/>
                <a:cs typeface="Verdana"/>
              </a:rPr>
              <a:t>accuracy.</a:t>
            </a:r>
            <a:endParaRPr lang="en-US" dirty="0">
              <a:latin typeface="Verdana"/>
              <a:cs typeface="Verdana"/>
            </a:endParaRPr>
          </a:p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3200" spc="-100" dirty="0">
                <a:latin typeface="Tahoma"/>
                <a:cs typeface="Tahoma"/>
              </a:rPr>
              <a:t>Feature</a:t>
            </a:r>
            <a:r>
              <a:rPr lang="en-US" sz="3200" spc="-85" dirty="0">
                <a:latin typeface="Tahoma"/>
                <a:cs typeface="Tahoma"/>
              </a:rPr>
              <a:t> </a:t>
            </a:r>
            <a:r>
              <a:rPr lang="en-US" sz="3200" spc="-10" dirty="0">
                <a:latin typeface="Tahoma"/>
                <a:cs typeface="Tahoma"/>
              </a:rPr>
              <a:t>Engineering</a:t>
            </a:r>
            <a:endParaRPr lang="en-US" sz="3200" dirty="0">
              <a:latin typeface="Tahoma"/>
              <a:cs typeface="Tahoma"/>
            </a:endParaRPr>
          </a:p>
          <a:p>
            <a:pPr marL="0" indent="0">
              <a:lnSpc>
                <a:spcPct val="100000"/>
              </a:lnSpc>
              <a:spcBef>
                <a:spcPts val="1120"/>
              </a:spcBef>
              <a:buNone/>
            </a:pPr>
            <a:r>
              <a:rPr lang="en-US" dirty="0">
                <a:solidFill>
                  <a:srgbClr val="374552"/>
                </a:solidFill>
                <a:latin typeface="Verdana"/>
                <a:cs typeface="Verdana"/>
              </a:rPr>
              <a:t>  Transforming</a:t>
            </a:r>
            <a:r>
              <a:rPr lang="en-US" spc="35" dirty="0">
                <a:solidFill>
                  <a:srgbClr val="374552"/>
                </a:solidFill>
                <a:latin typeface="Verdana"/>
                <a:cs typeface="Verdana"/>
              </a:rPr>
              <a:t> </a:t>
            </a:r>
            <a:r>
              <a:rPr lang="en-US" spc="-10" dirty="0">
                <a:solidFill>
                  <a:srgbClr val="374552"/>
                </a:solidFill>
                <a:latin typeface="Verdana"/>
                <a:cs typeface="Verdana"/>
              </a:rPr>
              <a:t>raw</a:t>
            </a:r>
            <a:r>
              <a:rPr lang="en-US" spc="35" dirty="0">
                <a:solidFill>
                  <a:srgbClr val="374552"/>
                </a:solidFill>
                <a:latin typeface="Verdana"/>
                <a:cs typeface="Verdana"/>
              </a:rPr>
              <a:t> </a:t>
            </a:r>
            <a:r>
              <a:rPr lang="en-US" dirty="0">
                <a:solidFill>
                  <a:srgbClr val="374552"/>
                </a:solidFill>
                <a:latin typeface="Verdana"/>
                <a:cs typeface="Verdana"/>
              </a:rPr>
              <a:t>data</a:t>
            </a:r>
            <a:r>
              <a:rPr lang="en-US" spc="40" dirty="0">
                <a:solidFill>
                  <a:srgbClr val="374552"/>
                </a:solidFill>
                <a:latin typeface="Verdana"/>
                <a:cs typeface="Verdana"/>
              </a:rPr>
              <a:t> </a:t>
            </a:r>
            <a:r>
              <a:rPr lang="en-US" dirty="0">
                <a:solidFill>
                  <a:srgbClr val="374552"/>
                </a:solidFill>
                <a:latin typeface="Verdana"/>
                <a:cs typeface="Verdana"/>
              </a:rPr>
              <a:t>into</a:t>
            </a:r>
            <a:r>
              <a:rPr lang="en-US" spc="35" dirty="0">
                <a:solidFill>
                  <a:srgbClr val="374552"/>
                </a:solidFill>
                <a:latin typeface="Verdana"/>
                <a:cs typeface="Verdana"/>
              </a:rPr>
              <a:t> </a:t>
            </a:r>
            <a:r>
              <a:rPr lang="en-US" dirty="0">
                <a:solidFill>
                  <a:srgbClr val="374552"/>
                </a:solidFill>
                <a:latin typeface="Verdana"/>
                <a:cs typeface="Verdana"/>
              </a:rPr>
              <a:t>meaningful</a:t>
            </a:r>
            <a:r>
              <a:rPr lang="en-US" spc="35" dirty="0">
                <a:solidFill>
                  <a:srgbClr val="374552"/>
                </a:solidFill>
                <a:latin typeface="Verdana"/>
                <a:cs typeface="Verdana"/>
              </a:rPr>
              <a:t> </a:t>
            </a:r>
            <a:r>
              <a:rPr lang="en-US" spc="105" dirty="0">
                <a:solidFill>
                  <a:srgbClr val="374552"/>
                </a:solidFill>
                <a:latin typeface="Verdana"/>
                <a:cs typeface="Verdana"/>
              </a:rPr>
              <a:t>ML</a:t>
            </a:r>
            <a:r>
              <a:rPr lang="en-US" spc="40" dirty="0">
                <a:solidFill>
                  <a:srgbClr val="374552"/>
                </a:solidFill>
                <a:latin typeface="Verdana"/>
                <a:cs typeface="Verdana"/>
              </a:rPr>
              <a:t> </a:t>
            </a:r>
            <a:r>
              <a:rPr lang="en-US" spc="-10" dirty="0">
                <a:solidFill>
                  <a:srgbClr val="374552"/>
                </a:solidFill>
                <a:latin typeface="Verdana"/>
                <a:cs typeface="Verdana"/>
              </a:rPr>
              <a:t>features.</a:t>
            </a:r>
            <a:endParaRPr lang="en-US" dirty="0">
              <a:latin typeface="Verdana"/>
              <a:cs typeface="Verdana"/>
            </a:endParaRP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795222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662196C-0A88-206E-813F-C77351D26F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4112" y="251864"/>
            <a:ext cx="5599176" cy="288460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574B258-547E-4F68-E7EF-3876FB8F83F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99632" y="148176"/>
            <a:ext cx="5858256" cy="301326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D84DA0D-B55F-7B24-E224-AF8EA14D4EC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06624" y="3311631"/>
            <a:ext cx="6595872" cy="33981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6239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17DB0C-D5BB-AF4A-77E0-FC741C7744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4000" u="sng" spc="-4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Milestone 3: Job</a:t>
            </a:r>
            <a:r>
              <a:rPr lang="en-IN" sz="4000" u="sng" spc="-27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N" sz="4000" u="sng" spc="-24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Role</a:t>
            </a:r>
            <a:r>
              <a:rPr lang="en-IN" sz="4000" u="sng" spc="-27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N" sz="4000" u="sng" spc="-17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Prediction</a:t>
            </a:r>
            <a:r>
              <a:rPr lang="en-IN" sz="4000" u="sng" spc="-26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N" sz="4000" u="sng" spc="-3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Module</a:t>
            </a:r>
            <a:endParaRPr lang="en-IN" sz="4000" u="sng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31B2C6-71C0-8C70-A3C1-45950387F8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3200" spc="-8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User</a:t>
            </a:r>
            <a:r>
              <a:rPr lang="en-US" sz="3200" spc="-12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3200" spc="-13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Data</a:t>
            </a:r>
            <a:r>
              <a:rPr lang="en-US" sz="3200" spc="-114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3200" spc="-3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Integration</a:t>
            </a:r>
            <a:endParaRPr lang="en-US" sz="32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0" indent="0">
              <a:lnSpc>
                <a:spcPct val="100000"/>
              </a:lnSpc>
              <a:spcBef>
                <a:spcPts val="1045"/>
              </a:spcBef>
              <a:buNone/>
            </a:pPr>
            <a:r>
              <a:rPr lang="en-US" spc="50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 Feeding</a:t>
            </a:r>
            <a:r>
              <a:rPr lang="en-US" spc="-20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pc="10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processed</a:t>
            </a:r>
            <a:r>
              <a:rPr lang="en-US" spc="-20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pc="10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education</a:t>
            </a:r>
            <a:r>
              <a:rPr lang="en-US" spc="-15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pc="50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and</a:t>
            </a:r>
            <a:r>
              <a:rPr lang="en-US" spc="-20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pc="10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profile</a:t>
            </a:r>
            <a:r>
              <a:rPr lang="en-US" spc="-15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pc="-10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data.</a:t>
            </a:r>
            <a:endParaRPr lang="en-US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0" indent="0">
              <a:lnSpc>
                <a:spcPct val="100000"/>
              </a:lnSpc>
              <a:spcBef>
                <a:spcPts val="85"/>
              </a:spcBef>
              <a:buNone/>
            </a:pPr>
            <a:endParaRPr lang="en-US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lang="en-US" sz="3200" spc="-14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ML</a:t>
            </a:r>
            <a:r>
              <a:rPr lang="en-US" sz="3200" spc="-10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3200" spc="-8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Prediction</a:t>
            </a:r>
            <a:r>
              <a:rPr lang="en-US" sz="3200" spc="-1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3200" spc="-1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Engine</a:t>
            </a:r>
            <a:endParaRPr lang="en-US" sz="32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0" indent="0">
              <a:lnSpc>
                <a:spcPct val="100000"/>
              </a:lnSpc>
              <a:spcBef>
                <a:spcPts val="1120"/>
              </a:spcBef>
              <a:buNone/>
            </a:pPr>
            <a:r>
              <a:rPr lang="en-US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 Utilizing</a:t>
            </a:r>
            <a:r>
              <a:rPr lang="en-US" spc="-25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pc="60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Random</a:t>
            </a:r>
            <a:r>
              <a:rPr lang="en-US" spc="-25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Forest</a:t>
            </a:r>
            <a:r>
              <a:rPr lang="en-US" spc="-25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pc="-10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for</a:t>
            </a:r>
            <a:r>
              <a:rPr lang="en-US" spc="-25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career</a:t>
            </a:r>
            <a:r>
              <a:rPr lang="en-US" spc="-25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pc="-10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forecasting.</a:t>
            </a:r>
            <a:endParaRPr lang="en-US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0" indent="0">
              <a:lnSpc>
                <a:spcPct val="100000"/>
              </a:lnSpc>
              <a:spcBef>
                <a:spcPts val="85"/>
              </a:spcBef>
              <a:buNone/>
            </a:pPr>
            <a:endParaRPr lang="en-US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12700">
              <a:lnSpc>
                <a:spcPct val="100000"/>
              </a:lnSpc>
            </a:pPr>
            <a:r>
              <a:rPr lang="en-US" sz="3200" spc="-9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Personalized</a:t>
            </a:r>
            <a:r>
              <a:rPr lang="en-US" sz="3200" spc="-6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3200" spc="-3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Recommendations</a:t>
            </a:r>
            <a:endParaRPr lang="en-US" sz="32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0" indent="0">
              <a:lnSpc>
                <a:spcPct val="100000"/>
              </a:lnSpc>
              <a:spcBef>
                <a:spcPts val="1045"/>
              </a:spcBef>
              <a:buNone/>
            </a:pPr>
            <a:r>
              <a:rPr lang="en-US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 Generating</a:t>
            </a:r>
            <a:r>
              <a:rPr lang="en-US" spc="-35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relevant</a:t>
            </a:r>
            <a:r>
              <a:rPr lang="en-US" spc="-40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job</a:t>
            </a:r>
            <a:r>
              <a:rPr lang="en-US" spc="-30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role</a:t>
            </a:r>
            <a:r>
              <a:rPr lang="en-US" spc="-30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pc="-10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suggestions.</a:t>
            </a:r>
            <a:endParaRPr lang="en-US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endParaRPr lang="en-IN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07323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AE25D08-A3EC-91C3-4711-69E6CEF6633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50" b="1486"/>
          <a:stretch>
            <a:fillRect/>
          </a:stretch>
        </p:blipFill>
        <p:spPr>
          <a:xfrm>
            <a:off x="4478270" y="3310128"/>
            <a:ext cx="7393689" cy="315468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40AB814-355E-775E-F821-7493B8BAB64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1752" y="142494"/>
            <a:ext cx="6940296" cy="2971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91296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D698A2F-E6A0-6934-FC41-3782D418AB4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231" r="1161"/>
          <a:stretch>
            <a:fillRect/>
          </a:stretch>
        </p:blipFill>
        <p:spPr>
          <a:xfrm>
            <a:off x="4391380" y="3429000"/>
            <a:ext cx="7514109" cy="3168235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F6C2210-2E0D-9784-4198-719D4FC0D7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3192" y="211581"/>
            <a:ext cx="6611112" cy="28727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92297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DCA196-E67B-8DA5-E839-9C36063898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4000" spc="-24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Milestone 4: Admin</a:t>
            </a:r>
            <a:r>
              <a:rPr lang="en-IN" sz="4000" spc="-28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N" sz="4000" spc="-24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Dashboard</a:t>
            </a:r>
            <a:r>
              <a:rPr lang="en-IN" sz="4000" spc="-27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N" sz="4000" spc="-24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&amp;</a:t>
            </a:r>
            <a:r>
              <a:rPr lang="en-IN" sz="4000" spc="-27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Model </a:t>
            </a:r>
            <a:r>
              <a:rPr lang="en-IN" sz="4000" spc="-29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Management</a:t>
            </a:r>
            <a:endParaRPr lang="en-IN" sz="40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8B6444-E8B5-E843-7A97-651A3A3F8B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98450" marR="72390" indent="-285750">
              <a:lnSpc>
                <a:spcPct val="135000"/>
              </a:lnSpc>
              <a:spcBef>
                <a:spcPts val="90"/>
              </a:spcBef>
            </a:pPr>
            <a:r>
              <a:rPr lang="it-IT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User</a:t>
            </a:r>
            <a:r>
              <a:rPr lang="it-IT" spc="70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it-IT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Management</a:t>
            </a:r>
            <a:endParaRPr lang="it-IT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298450" marR="327025" indent="-285750">
              <a:lnSpc>
                <a:spcPct val="137500"/>
              </a:lnSpc>
              <a:spcBef>
                <a:spcPts val="415"/>
              </a:spcBef>
            </a:pPr>
            <a:r>
              <a:rPr lang="it-IT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Data</a:t>
            </a:r>
            <a:r>
              <a:rPr lang="it-IT" spc="5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it-IT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Monitoring</a:t>
            </a:r>
          </a:p>
          <a:p>
            <a:pPr marL="298450" marR="327025" indent="-285750">
              <a:lnSpc>
                <a:spcPct val="137500"/>
              </a:lnSpc>
              <a:spcBef>
                <a:spcPts val="415"/>
              </a:spcBef>
            </a:pPr>
            <a:r>
              <a:rPr lang="it-IT" spc="60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Model</a:t>
            </a:r>
            <a:r>
              <a:rPr lang="it-IT" spc="-55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it-IT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Performance</a:t>
            </a:r>
            <a:endParaRPr lang="it-IT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298450" marR="21590" indent="-285750">
              <a:lnSpc>
                <a:spcPct val="135000"/>
              </a:lnSpc>
              <a:spcBef>
                <a:spcPts val="90"/>
              </a:spcBef>
            </a:pPr>
            <a:r>
              <a:rPr lang="en-US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Retraining</a:t>
            </a:r>
            <a:r>
              <a:rPr lang="en-US" spc="10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pc="-30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Control</a:t>
            </a:r>
          </a:p>
          <a:p>
            <a:pPr marL="298450" marR="21590" indent="-285750">
              <a:lnSpc>
                <a:spcPct val="135000"/>
              </a:lnSpc>
              <a:spcBef>
                <a:spcPts val="90"/>
              </a:spcBef>
            </a:pPr>
            <a:r>
              <a:rPr lang="en-US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System</a:t>
            </a:r>
            <a:r>
              <a:rPr lang="en-US" spc="-55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pc="-20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Analytics</a:t>
            </a:r>
          </a:p>
          <a:p>
            <a:pPr marL="298450" marR="21590" indent="-285750">
              <a:lnSpc>
                <a:spcPct val="135000"/>
              </a:lnSpc>
              <a:spcBef>
                <a:spcPts val="90"/>
              </a:spcBef>
            </a:pPr>
            <a:r>
              <a:rPr lang="en-US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Content</a:t>
            </a:r>
            <a:r>
              <a:rPr lang="en-US" spc="30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pc="-10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Updates</a:t>
            </a:r>
            <a:endParaRPr lang="en-US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endParaRPr lang="en-IN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9984716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73F67E0-4310-BAD1-7E47-4A10568E228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744" y="112212"/>
            <a:ext cx="5632394" cy="277729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7DF9745-045B-51E6-E2FB-B78B5730C1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66285" y="245566"/>
            <a:ext cx="5887971" cy="265841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14E27F2-AA90-2C8F-8EB0-C72B7F71B82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07208" y="3108960"/>
            <a:ext cx="6519672" cy="35034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01862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85C509-47C4-FFCF-37E9-238104FE4E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4000" u="sng" spc="-204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Performance</a:t>
            </a:r>
            <a:r>
              <a:rPr lang="en-IN" sz="4000" u="sng" spc="-22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N" sz="4000" u="sng" spc="-14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Metrics</a:t>
            </a:r>
            <a:endParaRPr lang="en-IN" sz="4000" u="sng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90BFE52-9D1E-BFDC-43DA-9DDD8EA26D1D}"/>
              </a:ext>
            </a:extLst>
          </p:cNvPr>
          <p:cNvSpPr txBox="1"/>
          <p:nvPr/>
        </p:nvSpPr>
        <p:spPr>
          <a:xfrm>
            <a:off x="426720" y="2185416"/>
            <a:ext cx="2636520" cy="28346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30"/>
              </a:spcBef>
            </a:pPr>
            <a:r>
              <a:rPr lang="en-US" sz="5400" b="1" spc="-83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95%</a:t>
            </a:r>
            <a:endParaRPr lang="en-US" sz="5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algn="ctr">
              <a:lnSpc>
                <a:spcPct val="100000"/>
              </a:lnSpc>
              <a:spcBef>
                <a:spcPts val="1335"/>
              </a:spcBef>
            </a:pPr>
            <a:r>
              <a:rPr lang="en-US" sz="2400" b="1" spc="-8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Prediction</a:t>
            </a:r>
            <a:r>
              <a:rPr lang="en-US" sz="2400" b="1" spc="-7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2400" b="1" spc="-1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Accuracy</a:t>
            </a:r>
            <a:endParaRPr lang="en-US" sz="2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12065" marR="5080" algn="ctr">
              <a:lnSpc>
                <a:spcPct val="135000"/>
              </a:lnSpc>
              <a:spcBef>
                <a:spcPts val="520"/>
              </a:spcBef>
            </a:pPr>
            <a:r>
              <a:rPr lang="en-US" sz="1600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Highly reliable</a:t>
            </a:r>
            <a:r>
              <a:rPr lang="en-US" sz="1600" spc="5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1600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career</a:t>
            </a:r>
            <a:r>
              <a:rPr lang="en-US" sz="1600" spc="5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1600" spc="-20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path </a:t>
            </a:r>
            <a:r>
              <a:rPr lang="en-US" sz="1600" spc="-10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suggestions.</a:t>
            </a:r>
            <a:endParaRPr lang="en-US" sz="16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endParaRPr lang="en-IN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0BAB954-C72E-4D8F-FEAE-7CE00FB862A0}"/>
              </a:ext>
            </a:extLst>
          </p:cNvPr>
          <p:cNvSpPr txBox="1"/>
          <p:nvPr/>
        </p:nvSpPr>
        <p:spPr>
          <a:xfrm>
            <a:off x="3273552" y="2185416"/>
            <a:ext cx="2636520" cy="24652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30"/>
              </a:spcBef>
            </a:pPr>
            <a:r>
              <a:rPr lang="en-US" sz="5400" b="1" spc="-141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&lt;</a:t>
            </a:r>
            <a:r>
              <a:rPr lang="en-US" sz="5400" b="1" spc="-38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5400" b="1" spc="-2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2s</a:t>
            </a:r>
            <a:endParaRPr lang="en-US" sz="5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algn="ctr">
              <a:lnSpc>
                <a:spcPct val="100000"/>
              </a:lnSpc>
              <a:spcBef>
                <a:spcPts val="1335"/>
              </a:spcBef>
            </a:pPr>
            <a:r>
              <a:rPr lang="en-US" sz="2400" b="1" spc="-8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Response</a:t>
            </a:r>
            <a:r>
              <a:rPr lang="en-US" sz="2400" b="1" spc="-10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2400" b="1" spc="-2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Time</a:t>
            </a:r>
            <a:endParaRPr lang="en-US" sz="2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12700" marR="5080" algn="ctr">
              <a:lnSpc>
                <a:spcPct val="135000"/>
              </a:lnSpc>
              <a:spcBef>
                <a:spcPts val="520"/>
              </a:spcBef>
            </a:pPr>
            <a:r>
              <a:rPr lang="en-US" sz="1600" spc="-10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Instant</a:t>
            </a:r>
            <a:r>
              <a:rPr lang="en-US" sz="1600" spc="55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1600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feedback</a:t>
            </a:r>
            <a:r>
              <a:rPr lang="en-US" sz="1600" spc="60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1600" spc="25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and </a:t>
            </a:r>
            <a:r>
              <a:rPr lang="en-US" sz="1600" spc="-10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recommendations.</a:t>
            </a:r>
            <a:endParaRPr lang="en-US" sz="16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endParaRPr lang="en-IN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74187A8-8E97-E693-20A1-7B00A43A7EC6}"/>
              </a:ext>
            </a:extLst>
          </p:cNvPr>
          <p:cNvSpPr txBox="1"/>
          <p:nvPr/>
        </p:nvSpPr>
        <p:spPr>
          <a:xfrm>
            <a:off x="6096000" y="2185416"/>
            <a:ext cx="2834640" cy="28346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30"/>
              </a:spcBef>
            </a:pPr>
            <a:r>
              <a:rPr lang="en-US" sz="5400" b="1" spc="-35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4.</a:t>
            </a:r>
            <a:r>
              <a:rPr lang="en-US" sz="5400" b="1" spc="-88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7</a:t>
            </a:r>
            <a:r>
              <a:rPr lang="en-US" sz="5400" b="1" spc="-35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/</a:t>
            </a:r>
            <a:r>
              <a:rPr lang="en-US" sz="5400" b="1" spc="-34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5</a:t>
            </a:r>
            <a:endParaRPr lang="en-US" sz="5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algn="ctr">
              <a:lnSpc>
                <a:spcPct val="100000"/>
              </a:lnSpc>
              <a:spcBef>
                <a:spcPts val="1335"/>
              </a:spcBef>
            </a:pPr>
            <a:r>
              <a:rPr lang="en-US" sz="2400" b="1" spc="-8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User</a:t>
            </a:r>
            <a:r>
              <a:rPr lang="en-US" sz="2400" b="1" spc="-9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2400" b="1" spc="-1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Interface</a:t>
            </a:r>
            <a:r>
              <a:rPr lang="en-US" sz="2400" b="1" spc="-8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2400" b="1" spc="-1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Score</a:t>
            </a:r>
            <a:endParaRPr lang="en-US" sz="2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12065" marR="5080" algn="ctr">
              <a:lnSpc>
                <a:spcPct val="135000"/>
              </a:lnSpc>
              <a:spcBef>
                <a:spcPts val="520"/>
              </a:spcBef>
            </a:pPr>
            <a:r>
              <a:rPr lang="en-US" sz="1600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Exceptional</a:t>
            </a:r>
            <a:r>
              <a:rPr lang="en-US" sz="1600" spc="45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1600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usability</a:t>
            </a:r>
            <a:r>
              <a:rPr lang="en-US" sz="1600" spc="45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1600" spc="25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and </a:t>
            </a:r>
            <a:r>
              <a:rPr lang="en-US" sz="1600" spc="-10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satisfaction.</a:t>
            </a:r>
            <a:endParaRPr lang="en-US" sz="16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endParaRPr lang="en-IN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3F4EBC7-8BC3-876A-9A1E-648962BA3628}"/>
              </a:ext>
            </a:extLst>
          </p:cNvPr>
          <p:cNvSpPr txBox="1"/>
          <p:nvPr/>
        </p:nvSpPr>
        <p:spPr>
          <a:xfrm>
            <a:off x="9357360" y="2185416"/>
            <a:ext cx="2834640" cy="24927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30"/>
              </a:spcBef>
            </a:pPr>
            <a:r>
              <a:rPr lang="en-US" sz="5400" b="1" spc="-62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99.9%</a:t>
            </a:r>
            <a:endParaRPr lang="en-US" sz="5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algn="ctr">
              <a:lnSpc>
                <a:spcPct val="100000"/>
              </a:lnSpc>
              <a:spcBef>
                <a:spcPts val="1335"/>
              </a:spcBef>
            </a:pPr>
            <a:r>
              <a:rPr lang="en-US" sz="2400" b="1" spc="-9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System</a:t>
            </a:r>
            <a:r>
              <a:rPr lang="en-US" sz="2400" b="1" spc="-114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2400" b="1" spc="-1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Uptime</a:t>
            </a:r>
            <a:endParaRPr lang="en-US" sz="2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12065" marR="5080" algn="ctr">
              <a:lnSpc>
                <a:spcPct val="135000"/>
              </a:lnSpc>
              <a:spcBef>
                <a:spcPts val="520"/>
              </a:spcBef>
            </a:pPr>
            <a:r>
              <a:rPr lang="en-US" sz="1600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Consistent </a:t>
            </a:r>
            <a:r>
              <a:rPr lang="en-US" sz="1600" spc="-10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availability</a:t>
            </a:r>
            <a:r>
              <a:rPr lang="en-US" sz="1600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1600" spc="25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and </a:t>
            </a:r>
            <a:r>
              <a:rPr lang="en-US" sz="1600" spc="-10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reliability.</a:t>
            </a:r>
            <a:endParaRPr lang="en-US" sz="16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endParaRPr lang="en-IN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2102723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5932FE-DF4C-B6E2-6BEE-1AAEF26CF2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4000" u="sng" spc="-229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Future </a:t>
            </a:r>
            <a:r>
              <a:rPr lang="en-IN" sz="4000" u="sng" spc="-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Enhancements:</a:t>
            </a:r>
            <a:r>
              <a:rPr lang="en-IN" sz="4000" u="sng" spc="-229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N" sz="4000" u="sng" spc="-14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Scaling </a:t>
            </a:r>
            <a:r>
              <a:rPr lang="en-IN" sz="4000" u="sng" spc="-29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Impact</a:t>
            </a:r>
            <a:endParaRPr lang="en-IN" sz="4000" u="sng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783335-3802-00B5-03AF-3D391D61F2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3500" spc="-110" dirty="0">
                <a:latin typeface="Tahoma"/>
                <a:cs typeface="Tahoma"/>
              </a:rPr>
              <a:t>Mobile</a:t>
            </a:r>
            <a:r>
              <a:rPr lang="en-US" sz="3500" spc="-150" dirty="0">
                <a:latin typeface="Tahoma"/>
                <a:cs typeface="Tahoma"/>
              </a:rPr>
              <a:t> </a:t>
            </a:r>
            <a:r>
              <a:rPr lang="en-US" sz="3500" spc="-10" dirty="0">
                <a:latin typeface="Tahoma"/>
                <a:cs typeface="Tahoma"/>
              </a:rPr>
              <a:t>Application</a:t>
            </a:r>
            <a:endParaRPr lang="en-US" sz="3500" dirty="0">
              <a:latin typeface="Tahoma"/>
              <a:cs typeface="Tahoma"/>
            </a:endParaRPr>
          </a:p>
          <a:p>
            <a:pPr marL="0" indent="0">
              <a:lnSpc>
                <a:spcPct val="100000"/>
              </a:lnSpc>
              <a:spcBef>
                <a:spcPts val="1120"/>
              </a:spcBef>
              <a:buNone/>
            </a:pPr>
            <a:r>
              <a:rPr lang="en-US" sz="3000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 Reach</a:t>
            </a:r>
            <a:r>
              <a:rPr lang="en-US" sz="3000" spc="85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3000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</a:t>
            </a:r>
            <a:r>
              <a:rPr lang="en-US" sz="3000" spc="90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3000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wider</a:t>
            </a:r>
            <a:r>
              <a:rPr lang="en-US" sz="3000" spc="85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3000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audience</a:t>
            </a:r>
            <a:r>
              <a:rPr lang="en-US" sz="3000" spc="90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3000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on-the-</a:t>
            </a:r>
            <a:r>
              <a:rPr lang="en-US" sz="3000" spc="-25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go.</a:t>
            </a:r>
            <a:endParaRPr lang="en-US" sz="30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0" indent="0">
              <a:lnSpc>
                <a:spcPct val="100000"/>
              </a:lnSpc>
              <a:spcBef>
                <a:spcPts val="85"/>
              </a:spcBef>
              <a:buNone/>
            </a:pPr>
            <a:endParaRPr lang="en-US" sz="32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lang="en-US" sz="3200" spc="-8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Advanced</a:t>
            </a:r>
            <a:r>
              <a:rPr lang="en-US" sz="3200" spc="-12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3200" spc="-14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ML</a:t>
            </a:r>
            <a:r>
              <a:rPr lang="en-US" sz="3200" spc="-12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3200" spc="-1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Models</a:t>
            </a:r>
            <a:endParaRPr lang="en-US" sz="32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0" indent="0">
              <a:lnSpc>
                <a:spcPct val="100000"/>
              </a:lnSpc>
              <a:spcBef>
                <a:spcPts val="1045"/>
              </a:spcBef>
              <a:buNone/>
            </a:pPr>
            <a:r>
              <a:rPr lang="en-US" dirty="0">
                <a:solidFill>
                  <a:srgbClr val="374552"/>
                </a:solidFill>
                <a:latin typeface="Verdana"/>
                <a:cs typeface="Verdana"/>
              </a:rPr>
              <a:t>  </a:t>
            </a:r>
            <a:r>
              <a:rPr lang="en-US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Integration</a:t>
            </a:r>
            <a:r>
              <a:rPr lang="en-US" spc="-5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of</a:t>
            </a:r>
            <a:r>
              <a:rPr lang="en-US" spc="-5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Neural</a:t>
            </a:r>
            <a:r>
              <a:rPr lang="en-US" spc="-5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Networks </a:t>
            </a:r>
            <a:r>
              <a:rPr lang="en-US" spc="-10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for</a:t>
            </a:r>
            <a:r>
              <a:rPr lang="en-US" spc="-5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deeper</a:t>
            </a:r>
            <a:r>
              <a:rPr lang="en-US" spc="-5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pc="-10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insights.</a:t>
            </a:r>
            <a:endParaRPr lang="en-US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0" indent="0">
              <a:lnSpc>
                <a:spcPct val="100000"/>
              </a:lnSpc>
              <a:spcBef>
                <a:spcPts val="85"/>
              </a:spcBef>
              <a:buNone/>
            </a:pPr>
            <a:endParaRPr lang="en-US" dirty="0">
              <a:latin typeface="Verdana"/>
              <a:cs typeface="Verdana"/>
            </a:endParaRPr>
          </a:p>
          <a:p>
            <a:pPr marL="12700">
              <a:lnSpc>
                <a:spcPct val="100000"/>
              </a:lnSpc>
            </a:pPr>
            <a:r>
              <a:rPr lang="en-US" sz="3200" spc="-120" dirty="0">
                <a:latin typeface="Tahoma"/>
                <a:cs typeface="Tahoma"/>
              </a:rPr>
              <a:t>Company</a:t>
            </a:r>
            <a:r>
              <a:rPr lang="en-US" sz="3200" spc="-105" dirty="0">
                <a:latin typeface="Tahoma"/>
                <a:cs typeface="Tahoma"/>
              </a:rPr>
              <a:t> </a:t>
            </a:r>
            <a:r>
              <a:rPr lang="en-US" sz="3200" spc="-10" dirty="0">
                <a:latin typeface="Tahoma"/>
                <a:cs typeface="Tahoma"/>
              </a:rPr>
              <a:t>Partnerships</a:t>
            </a:r>
            <a:endParaRPr lang="en-US" sz="3200" dirty="0">
              <a:latin typeface="Tahoma"/>
              <a:cs typeface="Tahoma"/>
            </a:endParaRPr>
          </a:p>
          <a:p>
            <a:pPr marL="0" indent="0">
              <a:lnSpc>
                <a:spcPct val="100000"/>
              </a:lnSpc>
              <a:spcBef>
                <a:spcPts val="1120"/>
              </a:spcBef>
              <a:buNone/>
            </a:pPr>
            <a:r>
              <a:rPr lang="en-US" spc="45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 Connecting</a:t>
            </a:r>
            <a:r>
              <a:rPr lang="en-US" spc="-15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pc="-10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users</a:t>
            </a:r>
            <a:r>
              <a:rPr lang="en-US" spc="-15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directly</a:t>
            </a:r>
            <a:r>
              <a:rPr lang="en-US" spc="-15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with</a:t>
            </a:r>
            <a:r>
              <a:rPr lang="en-US" spc="-15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pc="-10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employers.</a:t>
            </a:r>
            <a:endParaRPr lang="en-US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6721482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EABA5AD-2629-5B77-7461-DA65F37554F3}"/>
              </a:ext>
            </a:extLst>
          </p:cNvPr>
          <p:cNvSpPr txBox="1"/>
          <p:nvPr/>
        </p:nvSpPr>
        <p:spPr>
          <a:xfrm>
            <a:off x="2724912" y="2505670"/>
            <a:ext cx="705916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5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       Thank You </a:t>
            </a:r>
            <a:endParaRPr lang="en-IN" sz="5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617277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Edu2Job.potx" id="{B6CE1275-8AF4-4AEE-B56D-11D1F67E7BD6}" vid="{9512BED3-6C1B-4792-B96B-B300FC0D546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Edu2Job</Template>
  <TotalTime>50</TotalTime>
  <Words>403</Words>
  <Application>Microsoft Office PowerPoint</Application>
  <PresentationFormat>Widescreen</PresentationFormat>
  <Paragraphs>103</Paragraphs>
  <Slides>17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3" baseType="lpstr">
      <vt:lpstr>Arial</vt:lpstr>
      <vt:lpstr>Calibri</vt:lpstr>
      <vt:lpstr>Calibri Light</vt:lpstr>
      <vt:lpstr>Tahoma</vt:lpstr>
      <vt:lpstr>Verdana</vt:lpstr>
      <vt:lpstr>Office Theme</vt:lpstr>
      <vt:lpstr>Edu2Job: Predicting Job Roles from Educational Background</vt:lpstr>
      <vt:lpstr>The Problem: Navigating Career Uncertainty</vt:lpstr>
      <vt:lpstr>Our Solution: Edu2Job</vt:lpstr>
      <vt:lpstr>Key Objectives Achieved</vt:lpstr>
      <vt:lpstr>Technology Architecture</vt:lpstr>
      <vt:lpstr>Milestone 1: User Authentication &amp; Profile Management</vt:lpstr>
      <vt:lpstr>PowerPoint Presentation</vt:lpstr>
      <vt:lpstr>Milestone 2: Education Details Input &amp; Preprocessing Module</vt:lpstr>
      <vt:lpstr>PowerPoint Presentation</vt:lpstr>
      <vt:lpstr>Milestone 3: Job Role Prediction Module</vt:lpstr>
      <vt:lpstr>PowerPoint Presentation</vt:lpstr>
      <vt:lpstr>PowerPoint Presentation</vt:lpstr>
      <vt:lpstr>Milestone 4: Admin Dashboard &amp; Model Management</vt:lpstr>
      <vt:lpstr>PowerPoint Presentation</vt:lpstr>
      <vt:lpstr>Performance Metrics</vt:lpstr>
      <vt:lpstr>Future Enhancements: Scaling Impact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Harini M</dc:creator>
  <cp:lastModifiedBy>Harini M</cp:lastModifiedBy>
  <cp:revision>3</cp:revision>
  <dcterms:created xsi:type="dcterms:W3CDTF">2026-01-18T14:37:56Z</dcterms:created>
  <dcterms:modified xsi:type="dcterms:W3CDTF">2026-01-20T11:53:33Z</dcterms:modified>
</cp:coreProperties>
</file>